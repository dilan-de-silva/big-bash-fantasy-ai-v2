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5078198-C8DA-4DD0-9DEE-A371176322A9}">
          <p14:sldIdLst>
            <p14:sldId id="256"/>
            <p14:sldId id="257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58" d="100"/>
          <a:sy n="58" d="100"/>
        </p:scale>
        <p:origin x="72" y="21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12AFC-FF54-B3B5-087A-A580340E2C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39DC36-FA3E-6428-BEF9-FE683EF447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79670B-4B41-1B4B-B5F7-E5127A21C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18/05/2025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2EA0A7-78DC-2E4F-B7EE-2DC73A13D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659AFC-31AD-8ADE-668E-01B1A0064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55535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2967A-D3C5-573D-7A50-B6548C613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6EB934-B590-C61C-FC62-55C496970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B012A9-2526-07D0-CF95-8CE1E94B9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18/05/2025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2EC8A9-562C-DE4E-12AA-E9AFB9B22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784C0D-D990-3D15-8199-CE094B195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06747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9EC4B-3358-939D-2DDF-3FB06BCA2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8A330D-C417-F1B1-61D5-0542F7F82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A61037-1711-7430-982B-9F162379A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18/05/2025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C45F05-DC05-74A9-D468-7DE98868F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97D208-8766-6348-DDC3-52034B163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306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74B15-F0B0-1720-E02E-3F6F3AA24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5B467A-D527-A7F7-3CDB-C043BB1DD1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05E7B4-ED66-E6A6-82D5-F2CF46493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C8BC1C-CBF8-1D00-D87B-E958ECDD4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18/05/2025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E36ADA-AEB3-398E-456D-A4359FF78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665AC1-CC93-0223-E716-18672A599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33730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EDAD5-47AB-4E1C-C3CF-1420237A1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1DE1C7-A720-B419-8F44-8445D6ED55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D814-0353-80F7-2A3C-EE9500E648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60BA81-21F5-B86B-7F22-37B09894B3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99B0B6-E5E5-219B-73AC-BC0D16B9B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A22D01-0B6C-027F-A6D6-013E4AC31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18/05/2025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DF2978A-60DE-7A14-6FC0-56894C81B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9195C5-F589-4147-8CB9-19E01E36A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43807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DAE02-F307-B6CA-C004-B3103207A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F22FD5A-CF63-819C-4112-AF67E996B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18/05/2025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FCF442-469B-FFBC-F880-F17035E04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FF439-C8E9-F540-38F3-D4140A82E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6399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9570FD-DF9B-348C-8467-556BF6188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18/05/2025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DC9AF9-8C3F-5589-A1CC-D28A7FBCC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FC387-99C1-AE0F-1F7D-55D9515FA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9457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ADA45-056A-EDB6-352F-4C4CFD687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3372FC-AE3C-5543-9F06-316909A935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EC4C9A-39E1-B691-5983-37E6C614B5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8E01F5-232C-97E5-3B78-81FE74273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18/05/2025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A15186-EF94-679C-F09C-44B099B613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B5C33A-0D44-9654-1DD1-F89A3CD66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81368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EA71A-D320-D191-63C6-869056B9D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343D5A-C0B0-4164-816B-5CF04E92EF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D0AD7F-2E58-00DF-AFFB-5ECE61CE47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65D3A4-EEBF-BB43-CA07-D8C785E91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18/05/2025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28AB15-2742-C7E7-1D7A-1141C04E5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B0ED12-1163-7582-B9CD-9C62942D2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82629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DA715-17A0-B46E-0D26-F1C66C0AE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726E5A-A8E0-7A56-D6B2-0B1A8F20E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B2EA24-AFCF-4C2C-51BF-593B956579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18/05/2025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E47A0C-E763-8A16-D1CD-EE2A78211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739CC4-7DFE-4D9C-09A4-69006596F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85627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87DFCCA-46C0-F734-AA48-9F1156DA28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B800E9-6916-4445-75CD-5CB7793533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10C2F-B647-CBA4-5905-0F1370209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18/05/2025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B9BBA7-4E3F-EE58-5727-99F914A74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2EE960-8BCD-480E-7493-E676B1BB3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95610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2545EA-83B5-6852-325E-54A84281F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0BE9D6-EAE1-9DE0-EAE5-379DAC2CFD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27F766-7D32-1A16-268A-239CA4A706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73D9AC-D42E-4620-8482-0397FE94AE8B}" type="datetimeFigureOut">
              <a:rPr lang="en-AU" smtClean="0"/>
              <a:t>18/05/2025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30AFAD-50BC-248F-818D-5E3D0FE84F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4DA2AE-EF6A-4E29-E477-B963B6371B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01232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F9A22-7860-1782-66AD-4C3892FA5A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AU" dirty="0"/>
              <a:t>BBL Fantasy AI v2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91DF8B-EC09-4358-309A-94175AA5D2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527868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C4C89D4-C638-FB8F-CED3-D3A7F9218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New Additions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0194462-8D64-20D4-246C-4E22D630EC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Pricing Model (*)</a:t>
            </a:r>
          </a:p>
          <a:p>
            <a:r>
              <a:rPr lang="en-AU" dirty="0"/>
              <a:t>Full Season Simulation Tool</a:t>
            </a:r>
          </a:p>
          <a:p>
            <a:r>
              <a:rPr lang="en-AU" dirty="0"/>
              <a:t>Batting &amp; Bowling Points Modelling</a:t>
            </a:r>
          </a:p>
          <a:p>
            <a:r>
              <a:rPr lang="en-AU" dirty="0"/>
              <a:t>Interval Modelling instead of Point Estimation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694377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24</Words>
  <Application>Microsoft Office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BBL Fantasy AI v2</vt:lpstr>
      <vt:lpstr>New Additions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Dilan De Silva</dc:creator>
  <cp:lastModifiedBy>Dilan De Silva</cp:lastModifiedBy>
  <cp:revision>1</cp:revision>
  <dcterms:created xsi:type="dcterms:W3CDTF">2025-05-18T04:29:51Z</dcterms:created>
  <dcterms:modified xsi:type="dcterms:W3CDTF">2025-05-18T04:33:31Z</dcterms:modified>
</cp:coreProperties>
</file>