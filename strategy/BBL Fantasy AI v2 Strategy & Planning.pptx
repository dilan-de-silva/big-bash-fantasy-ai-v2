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078198-C8DA-4DD0-9DEE-A371176322A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EA8C78-5629-4CB8-9794-5E1861B660A8}" v="4" dt="2025-06-04T11:46:47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64" y="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lan De Silva" userId="579b606d6e18a4ed" providerId="LiveId" clId="{B4EA8C78-5629-4CB8-9794-5E1861B660A8}"/>
    <pc:docChg chg="undo custSel addSld delSld modSld modSection">
      <pc:chgData name="Dilan De Silva" userId="579b606d6e18a4ed" providerId="LiveId" clId="{B4EA8C78-5629-4CB8-9794-5E1861B660A8}" dt="2025-06-04T11:53:20.945" v="351" actId="20577"/>
      <pc:docMkLst>
        <pc:docMk/>
      </pc:docMkLst>
      <pc:sldChg chg="modSp mod">
        <pc:chgData name="Dilan De Silva" userId="579b606d6e18a4ed" providerId="LiveId" clId="{B4EA8C78-5629-4CB8-9794-5E1861B660A8}" dt="2025-06-04T11:53:20.945" v="351" actId="20577"/>
        <pc:sldMkLst>
          <pc:docMk/>
          <pc:sldMk cId="1969437762" sldId="257"/>
        </pc:sldMkLst>
        <pc:spChg chg="mod">
          <ac:chgData name="Dilan De Silva" userId="579b606d6e18a4ed" providerId="LiveId" clId="{B4EA8C78-5629-4CB8-9794-5E1861B660A8}" dt="2025-06-04T11:53:20.945" v="351" actId="20577"/>
          <ac:spMkLst>
            <pc:docMk/>
            <pc:sldMk cId="1969437762" sldId="257"/>
            <ac:spMk id="5" creationId="{80194462-8D64-20D4-246C-4E22D630ECE3}"/>
          </ac:spMkLst>
        </pc:spChg>
      </pc:sldChg>
      <pc:sldChg chg="addSp delSp modSp new mod setBg">
        <pc:chgData name="Dilan De Silva" userId="579b606d6e18a4ed" providerId="LiveId" clId="{B4EA8C78-5629-4CB8-9794-5E1861B660A8}" dt="2025-06-04T11:50:54.585" v="325" actId="26606"/>
        <pc:sldMkLst>
          <pc:docMk/>
          <pc:sldMk cId="1471337115" sldId="258"/>
        </pc:sldMkLst>
        <pc:spChg chg="mod">
          <ac:chgData name="Dilan De Silva" userId="579b606d6e18a4ed" providerId="LiveId" clId="{B4EA8C78-5629-4CB8-9794-5E1861B660A8}" dt="2025-06-04T11:50:54.585" v="325" actId="26606"/>
          <ac:spMkLst>
            <pc:docMk/>
            <pc:sldMk cId="1471337115" sldId="258"/>
            <ac:spMk id="2" creationId="{DCD29F56-BA59-FAF6-79C8-A248333FA0BB}"/>
          </ac:spMkLst>
        </pc:spChg>
        <pc:spChg chg="mod">
          <ac:chgData name="Dilan De Silva" userId="579b606d6e18a4ed" providerId="LiveId" clId="{B4EA8C78-5629-4CB8-9794-5E1861B660A8}" dt="2025-06-04T11:50:54.585" v="325" actId="26606"/>
          <ac:spMkLst>
            <pc:docMk/>
            <pc:sldMk cId="1471337115" sldId="258"/>
            <ac:spMk id="3" creationId="{6AA0120E-7982-2BE3-3FA1-358B5018E8F7}"/>
          </ac:spMkLst>
        </pc:spChg>
        <pc:spChg chg="add del">
          <ac:chgData name="Dilan De Silva" userId="579b606d6e18a4ed" providerId="LiveId" clId="{B4EA8C78-5629-4CB8-9794-5E1861B660A8}" dt="2025-06-04T11:50:15.728" v="319" actId="26606"/>
          <ac:spMkLst>
            <pc:docMk/>
            <pc:sldMk cId="1471337115" sldId="258"/>
            <ac:spMk id="8" creationId="{907EF6B7-1338-4443-8C46-6A318D952DFD}"/>
          </ac:spMkLst>
        </pc:spChg>
        <pc:spChg chg="add del">
          <ac:chgData name="Dilan De Silva" userId="579b606d6e18a4ed" providerId="LiveId" clId="{B4EA8C78-5629-4CB8-9794-5E1861B660A8}" dt="2025-06-04T11:50:15.728" v="319" actId="26606"/>
          <ac:spMkLst>
            <pc:docMk/>
            <pc:sldMk cId="1471337115" sldId="258"/>
            <ac:spMk id="10" creationId="{DAAE4CDD-124C-4DCF-9584-B6033B545DD5}"/>
          </ac:spMkLst>
        </pc:spChg>
        <pc:spChg chg="add del">
          <ac:chgData name="Dilan De Silva" userId="579b606d6e18a4ed" providerId="LiveId" clId="{B4EA8C78-5629-4CB8-9794-5E1861B660A8}" dt="2025-06-04T11:50:15.728" v="319" actId="26606"/>
          <ac:spMkLst>
            <pc:docMk/>
            <pc:sldMk cId="1471337115" sldId="258"/>
            <ac:spMk id="12" creationId="{081E4A58-353D-44AE-B2FC-2A74E2E400F7}"/>
          </ac:spMkLst>
        </pc:spChg>
        <pc:spChg chg="add del">
          <ac:chgData name="Dilan De Silva" userId="579b606d6e18a4ed" providerId="LiveId" clId="{B4EA8C78-5629-4CB8-9794-5E1861B660A8}" dt="2025-06-04T11:50:54.585" v="325" actId="26606"/>
          <ac:spMkLst>
            <pc:docMk/>
            <pc:sldMk cId="1471337115" sldId="258"/>
            <ac:spMk id="14" creationId="{21C9FE86-FCC3-4A31-AA1C-C882262B7FE7}"/>
          </ac:spMkLst>
        </pc:spChg>
        <pc:spChg chg="add del">
          <ac:chgData name="Dilan De Silva" userId="579b606d6e18a4ed" providerId="LiveId" clId="{B4EA8C78-5629-4CB8-9794-5E1861B660A8}" dt="2025-06-04T11:50:54.585" v="325" actId="26606"/>
          <ac:spMkLst>
            <pc:docMk/>
            <pc:sldMk cId="1471337115" sldId="258"/>
            <ac:spMk id="15" creationId="{DEE2AD96-B495-4E06-9291-B71706F728CB}"/>
          </ac:spMkLst>
        </pc:spChg>
        <pc:spChg chg="add del">
          <ac:chgData name="Dilan De Silva" userId="579b606d6e18a4ed" providerId="LiveId" clId="{B4EA8C78-5629-4CB8-9794-5E1861B660A8}" dt="2025-06-04T11:50:54.585" v="325" actId="26606"/>
          <ac:spMkLst>
            <pc:docMk/>
            <pc:sldMk cId="1471337115" sldId="258"/>
            <ac:spMk id="16" creationId="{7D96243B-ECED-4B71-8E06-AE9A285EAD20}"/>
          </ac:spMkLst>
        </pc:spChg>
        <pc:spChg chg="add del">
          <ac:chgData name="Dilan De Silva" userId="579b606d6e18a4ed" providerId="LiveId" clId="{B4EA8C78-5629-4CB8-9794-5E1861B660A8}" dt="2025-06-04T11:50:54.585" v="325" actId="26606"/>
          <ac:spMkLst>
            <pc:docMk/>
            <pc:sldMk cId="1471337115" sldId="258"/>
            <ac:spMk id="17" creationId="{53CF6D67-C5A8-4ADD-9E8E-1E38CA1D3166}"/>
          </ac:spMkLst>
        </pc:spChg>
        <pc:spChg chg="add del">
          <ac:chgData name="Dilan De Silva" userId="579b606d6e18a4ed" providerId="LiveId" clId="{B4EA8C78-5629-4CB8-9794-5E1861B660A8}" dt="2025-06-04T11:50:54.585" v="325" actId="26606"/>
          <ac:spMkLst>
            <pc:docMk/>
            <pc:sldMk cId="1471337115" sldId="258"/>
            <ac:spMk id="18" creationId="{A09989E4-EFDC-4A90-A633-E0525FB4139E}"/>
          </ac:spMkLst>
        </pc:spChg>
        <pc:spChg chg="add del">
          <ac:chgData name="Dilan De Silva" userId="579b606d6e18a4ed" providerId="LiveId" clId="{B4EA8C78-5629-4CB8-9794-5E1861B660A8}" dt="2025-06-04T11:50:54.585" v="325" actId="26606"/>
          <ac:spMkLst>
            <pc:docMk/>
            <pc:sldMk cId="1471337115" sldId="258"/>
            <ac:spMk id="19" creationId="{86909FA0-B515-4681-B7A8-FA281D133B94}"/>
          </ac:spMkLst>
        </pc:spChg>
        <pc:spChg chg="add del">
          <ac:chgData name="Dilan De Silva" userId="579b606d6e18a4ed" providerId="LiveId" clId="{B4EA8C78-5629-4CB8-9794-5E1861B660A8}" dt="2025-06-04T11:50:54" v="324" actId="26606"/>
          <ac:spMkLst>
            <pc:docMk/>
            <pc:sldMk cId="1471337115" sldId="258"/>
            <ac:spMk id="24" creationId="{C2554CA6-288E-4202-BC52-2E5A8F0C0AED}"/>
          </ac:spMkLst>
        </pc:spChg>
        <pc:spChg chg="add del">
          <ac:chgData name="Dilan De Silva" userId="579b606d6e18a4ed" providerId="LiveId" clId="{B4EA8C78-5629-4CB8-9794-5E1861B660A8}" dt="2025-06-04T11:50:46.650" v="322" actId="26606"/>
          <ac:spMkLst>
            <pc:docMk/>
            <pc:sldMk cId="1471337115" sldId="258"/>
            <ac:spMk id="25" creationId="{E51BA4DF-2BD4-4EC2-B1DB-B27C8AC71864}"/>
          </ac:spMkLst>
        </pc:spChg>
        <pc:spChg chg="add del">
          <ac:chgData name="Dilan De Silva" userId="579b606d6e18a4ed" providerId="LiveId" clId="{B4EA8C78-5629-4CB8-9794-5E1861B660A8}" dt="2025-06-04T11:50:54" v="324" actId="26606"/>
          <ac:spMkLst>
            <pc:docMk/>
            <pc:sldMk cId="1471337115" sldId="258"/>
            <ac:spMk id="26" creationId="{B10BB131-AC8E-4A8E-A5D1-36260F720C3B}"/>
          </ac:spMkLst>
        </pc:spChg>
        <pc:spChg chg="add del">
          <ac:chgData name="Dilan De Silva" userId="579b606d6e18a4ed" providerId="LiveId" clId="{B4EA8C78-5629-4CB8-9794-5E1861B660A8}" dt="2025-06-04T11:50:54" v="324" actId="26606"/>
          <ac:spMkLst>
            <pc:docMk/>
            <pc:sldMk cId="1471337115" sldId="258"/>
            <ac:spMk id="28" creationId="{5B7778FC-632E-4DCA-A7CB-0D7731CCF970}"/>
          </ac:spMkLst>
        </pc:spChg>
        <pc:spChg chg="add del">
          <ac:chgData name="Dilan De Silva" userId="579b606d6e18a4ed" providerId="LiveId" clId="{B4EA8C78-5629-4CB8-9794-5E1861B660A8}" dt="2025-06-04T11:50:54" v="324" actId="26606"/>
          <ac:spMkLst>
            <pc:docMk/>
            <pc:sldMk cId="1471337115" sldId="258"/>
            <ac:spMk id="30" creationId="{FA23A907-97FB-4A8F-880A-DD77401C4296}"/>
          </ac:spMkLst>
        </pc:spChg>
        <pc:picChg chg="add del">
          <ac:chgData name="Dilan De Silva" userId="579b606d6e18a4ed" providerId="LiveId" clId="{B4EA8C78-5629-4CB8-9794-5E1861B660A8}" dt="2025-06-04T11:50:46.650" v="322" actId="26606"/>
          <ac:picMkLst>
            <pc:docMk/>
            <pc:sldMk cId="1471337115" sldId="258"/>
            <ac:picMk id="21" creationId="{177C5153-58F6-5D3A-8D0E-54723CBCC58C}"/>
          </ac:picMkLst>
        </pc:picChg>
      </pc:sldChg>
      <pc:sldChg chg="addSp delSp modSp add mod setBg">
        <pc:chgData name="Dilan De Silva" userId="579b606d6e18a4ed" providerId="LiveId" clId="{B4EA8C78-5629-4CB8-9794-5E1861B660A8}" dt="2025-06-04T11:43:17.177" v="278" actId="14100"/>
        <pc:sldMkLst>
          <pc:docMk/>
          <pc:sldMk cId="3689564591" sldId="259"/>
        </pc:sldMkLst>
        <pc:spChg chg="mod">
          <ac:chgData name="Dilan De Silva" userId="579b606d6e18a4ed" providerId="LiveId" clId="{B4EA8C78-5629-4CB8-9794-5E1861B660A8}" dt="2025-06-04T11:41:55.682" v="266" actId="120"/>
          <ac:spMkLst>
            <pc:docMk/>
            <pc:sldMk cId="3689564591" sldId="259"/>
            <ac:spMk id="2" creationId="{634F4B6D-B859-81E2-585F-115E16516769}"/>
          </ac:spMkLst>
        </pc:spChg>
        <pc:spChg chg="del">
          <ac:chgData name="Dilan De Silva" userId="579b606d6e18a4ed" providerId="LiveId" clId="{B4EA8C78-5629-4CB8-9794-5E1861B660A8}" dt="2025-06-04T11:39:44.756" v="254" actId="478"/>
          <ac:spMkLst>
            <pc:docMk/>
            <pc:sldMk cId="3689564591" sldId="259"/>
            <ac:spMk id="3" creationId="{0DF82F1A-9CA6-D0BF-8E13-9118095E8C40}"/>
          </ac:spMkLst>
        </pc:spChg>
        <pc:spChg chg="add del mod">
          <ac:chgData name="Dilan De Silva" userId="579b606d6e18a4ed" providerId="LiveId" clId="{B4EA8C78-5629-4CB8-9794-5E1861B660A8}" dt="2025-06-04T11:39:46.203" v="255" actId="478"/>
          <ac:spMkLst>
            <pc:docMk/>
            <pc:sldMk cId="3689564591" sldId="259"/>
            <ac:spMk id="5" creationId="{4C5D2196-DF3C-B032-394F-B89861FD881B}"/>
          </ac:spMkLst>
        </pc:spChg>
        <pc:spChg chg="add">
          <ac:chgData name="Dilan De Silva" userId="579b606d6e18a4ed" providerId="LiveId" clId="{B4EA8C78-5629-4CB8-9794-5E1861B660A8}" dt="2025-06-04T11:40:49" v="259" actId="26606"/>
          <ac:spMkLst>
            <pc:docMk/>
            <pc:sldMk cId="3689564591" sldId="259"/>
            <ac:spMk id="12" creationId="{A4AC5506-6312-4701-8D3C-40187889A947}"/>
          </ac:spMkLst>
        </pc:spChg>
        <pc:picChg chg="add mod">
          <ac:chgData name="Dilan De Silva" userId="579b606d6e18a4ed" providerId="LiveId" clId="{B4EA8C78-5629-4CB8-9794-5E1861B660A8}" dt="2025-06-04T11:42:11.719" v="269" actId="1076"/>
          <ac:picMkLst>
            <pc:docMk/>
            <pc:sldMk cId="3689564591" sldId="259"/>
            <ac:picMk id="7" creationId="{A158E25A-46C3-E912-DFCF-F3A95F3F1F98}"/>
          </ac:picMkLst>
        </pc:picChg>
        <pc:picChg chg="add mod modCrop">
          <ac:chgData name="Dilan De Silva" userId="579b606d6e18a4ed" providerId="LiveId" clId="{B4EA8C78-5629-4CB8-9794-5E1861B660A8}" dt="2025-06-04T11:43:17.177" v="278" actId="14100"/>
          <ac:picMkLst>
            <pc:docMk/>
            <pc:sldMk cId="3689564591" sldId="259"/>
            <ac:picMk id="9" creationId="{18DAAFF2-7EB9-DAD9-DE9F-137C76ED5049}"/>
          </ac:picMkLst>
        </pc:picChg>
        <pc:picChg chg="add mod">
          <ac:chgData name="Dilan De Silva" userId="579b606d6e18a4ed" providerId="LiveId" clId="{B4EA8C78-5629-4CB8-9794-5E1861B660A8}" dt="2025-06-04T11:42:54.622" v="274" actId="1076"/>
          <ac:picMkLst>
            <pc:docMk/>
            <pc:sldMk cId="3689564591" sldId="259"/>
            <ac:picMk id="11" creationId="{13BF7B19-1051-10FA-A909-0441C239D5AE}"/>
          </ac:picMkLst>
        </pc:picChg>
      </pc:sldChg>
      <pc:sldChg chg="delSp add del setBg delDesignElem">
        <pc:chgData name="Dilan De Silva" userId="579b606d6e18a4ed" providerId="LiveId" clId="{B4EA8C78-5629-4CB8-9794-5E1861B660A8}" dt="2025-06-04T11:43:28.091" v="281" actId="47"/>
        <pc:sldMkLst>
          <pc:docMk/>
          <pc:sldMk cId="3635980319" sldId="260"/>
        </pc:sldMkLst>
        <pc:spChg chg="del">
          <ac:chgData name="Dilan De Silva" userId="579b606d6e18a4ed" providerId="LiveId" clId="{B4EA8C78-5629-4CB8-9794-5E1861B660A8}" dt="2025-06-04T11:43:20.431" v="280"/>
          <ac:spMkLst>
            <pc:docMk/>
            <pc:sldMk cId="3635980319" sldId="260"/>
            <ac:spMk id="12" creationId="{BD3E3139-69B3-EF75-1D3F-6E80688BF8A1}"/>
          </ac:spMkLst>
        </pc:spChg>
      </pc:sldChg>
      <pc:sldChg chg="addSp delSp modSp add mod setBg delDesignElem">
        <pc:chgData name="Dilan De Silva" userId="579b606d6e18a4ed" providerId="LiveId" clId="{B4EA8C78-5629-4CB8-9794-5E1861B660A8}" dt="2025-06-04T11:46:42.393" v="308" actId="14100"/>
        <pc:sldMkLst>
          <pc:docMk/>
          <pc:sldMk cId="4008747595" sldId="260"/>
        </pc:sldMkLst>
        <pc:spChg chg="mod">
          <ac:chgData name="Dilan De Silva" userId="579b606d6e18a4ed" providerId="LiveId" clId="{B4EA8C78-5629-4CB8-9794-5E1861B660A8}" dt="2025-06-04T11:45:12.160" v="298" actId="120"/>
          <ac:spMkLst>
            <pc:docMk/>
            <pc:sldMk cId="4008747595" sldId="260"/>
            <ac:spMk id="2" creationId="{BEED9832-E790-FEA8-6024-89D616225AB2}"/>
          </ac:spMkLst>
        </pc:spChg>
        <pc:spChg chg="add">
          <ac:chgData name="Dilan De Silva" userId="579b606d6e18a4ed" providerId="LiveId" clId="{B4EA8C78-5629-4CB8-9794-5E1861B660A8}" dt="2025-06-04T11:45:01.674" v="295" actId="26606"/>
          <ac:spMkLst>
            <pc:docMk/>
            <pc:sldMk cId="4008747595" sldId="260"/>
            <ac:spMk id="6" creationId="{A4AC5506-6312-4701-8D3C-40187889A947}"/>
          </ac:spMkLst>
        </pc:spChg>
        <pc:spChg chg="del">
          <ac:chgData name="Dilan De Silva" userId="579b606d6e18a4ed" providerId="LiveId" clId="{B4EA8C78-5629-4CB8-9794-5E1861B660A8}" dt="2025-06-04T11:43:35.442" v="283"/>
          <ac:spMkLst>
            <pc:docMk/>
            <pc:sldMk cId="4008747595" sldId="260"/>
            <ac:spMk id="12" creationId="{426A7368-99AE-D5EB-011B-646DC6C76C88}"/>
          </ac:spMkLst>
        </pc:spChg>
        <pc:picChg chg="add mod">
          <ac:chgData name="Dilan De Silva" userId="579b606d6e18a4ed" providerId="LiveId" clId="{B4EA8C78-5629-4CB8-9794-5E1861B660A8}" dt="2025-06-04T11:45:07.352" v="297" actId="1076"/>
          <ac:picMkLst>
            <pc:docMk/>
            <pc:sldMk cId="4008747595" sldId="260"/>
            <ac:picMk id="4" creationId="{46ADA508-1956-0619-0812-604D6A80AA3D}"/>
          </ac:picMkLst>
        </pc:picChg>
        <pc:picChg chg="del">
          <ac:chgData name="Dilan De Silva" userId="579b606d6e18a4ed" providerId="LiveId" clId="{B4EA8C78-5629-4CB8-9794-5E1861B660A8}" dt="2025-06-04T11:44:27.829" v="289" actId="478"/>
          <ac:picMkLst>
            <pc:docMk/>
            <pc:sldMk cId="4008747595" sldId="260"/>
            <ac:picMk id="7" creationId="{B4D6DD62-E031-EFB6-3B5D-98BFAF1D453D}"/>
          </ac:picMkLst>
        </pc:picChg>
        <pc:picChg chg="add mod">
          <ac:chgData name="Dilan De Silva" userId="579b606d6e18a4ed" providerId="LiveId" clId="{B4EA8C78-5629-4CB8-9794-5E1861B660A8}" dt="2025-06-04T11:45:35.399" v="301" actId="1076"/>
          <ac:picMkLst>
            <pc:docMk/>
            <pc:sldMk cId="4008747595" sldId="260"/>
            <ac:picMk id="8" creationId="{21BBA2F4-FEC3-3E5E-40AF-06BB3E73DA43}"/>
          </ac:picMkLst>
        </pc:picChg>
        <pc:picChg chg="del">
          <ac:chgData name="Dilan De Silva" userId="579b606d6e18a4ed" providerId="LiveId" clId="{B4EA8C78-5629-4CB8-9794-5E1861B660A8}" dt="2025-06-04T11:44:32.408" v="291" actId="478"/>
          <ac:picMkLst>
            <pc:docMk/>
            <pc:sldMk cId="4008747595" sldId="260"/>
            <ac:picMk id="9" creationId="{8E082431-13F4-A59C-C1AD-60F1B4EFF310}"/>
          </ac:picMkLst>
        </pc:picChg>
        <pc:picChg chg="del">
          <ac:chgData name="Dilan De Silva" userId="579b606d6e18a4ed" providerId="LiveId" clId="{B4EA8C78-5629-4CB8-9794-5E1861B660A8}" dt="2025-06-04T11:44:30.026" v="290" actId="478"/>
          <ac:picMkLst>
            <pc:docMk/>
            <pc:sldMk cId="4008747595" sldId="260"/>
            <ac:picMk id="11" creationId="{DC3C450D-DA42-6D36-10EE-3A2DDADD55E6}"/>
          </ac:picMkLst>
        </pc:picChg>
        <pc:picChg chg="add mod modCrop">
          <ac:chgData name="Dilan De Silva" userId="579b606d6e18a4ed" providerId="LiveId" clId="{B4EA8C78-5629-4CB8-9794-5E1861B660A8}" dt="2025-06-04T11:46:42.393" v="308" actId="14100"/>
          <ac:picMkLst>
            <pc:docMk/>
            <pc:sldMk cId="4008747595" sldId="260"/>
            <ac:picMk id="13" creationId="{F2F1FC21-77D3-F860-F9D5-C4F4D504C51A}"/>
          </ac:picMkLst>
        </pc:picChg>
      </pc:sldChg>
      <pc:sldChg chg="addSp delSp modSp add mod setBg delDesignElem">
        <pc:chgData name="Dilan De Silva" userId="579b606d6e18a4ed" providerId="LiveId" clId="{B4EA8C78-5629-4CB8-9794-5E1861B660A8}" dt="2025-06-04T11:52:54.903" v="340" actId="14100"/>
        <pc:sldMkLst>
          <pc:docMk/>
          <pc:sldMk cId="2965452809" sldId="261"/>
        </pc:sldMkLst>
        <pc:spChg chg="mod">
          <ac:chgData name="Dilan De Silva" userId="579b606d6e18a4ed" providerId="LiveId" clId="{B4EA8C78-5629-4CB8-9794-5E1861B660A8}" dt="2025-06-04T11:47:00.578" v="316" actId="120"/>
          <ac:spMkLst>
            <pc:docMk/>
            <pc:sldMk cId="2965452809" sldId="261"/>
            <ac:spMk id="2" creationId="{C5482A9D-F23B-6B0C-5B36-B51009F97FF3}"/>
          </ac:spMkLst>
        </pc:spChg>
        <pc:spChg chg="del">
          <ac:chgData name="Dilan De Silva" userId="579b606d6e18a4ed" providerId="LiveId" clId="{B4EA8C78-5629-4CB8-9794-5E1861B660A8}" dt="2025-06-04T11:46:47.040" v="310"/>
          <ac:spMkLst>
            <pc:docMk/>
            <pc:sldMk cId="2965452809" sldId="261"/>
            <ac:spMk id="6" creationId="{6874E7C7-F85F-7C86-DCEE-7AD33E86EFA9}"/>
          </ac:spMkLst>
        </pc:spChg>
        <pc:spChg chg="add">
          <ac:chgData name="Dilan De Silva" userId="579b606d6e18a4ed" providerId="LiveId" clId="{B4EA8C78-5629-4CB8-9794-5E1861B660A8}" dt="2025-06-04T11:46:56.629" v="313" actId="26606"/>
          <ac:spMkLst>
            <pc:docMk/>
            <pc:sldMk cId="2965452809" sldId="261"/>
            <ac:spMk id="9" creationId="{A4AC5506-6312-4701-8D3C-40187889A947}"/>
          </ac:spMkLst>
        </pc:spChg>
        <pc:picChg chg="del mod">
          <ac:chgData name="Dilan De Silva" userId="579b606d6e18a4ed" providerId="LiveId" clId="{B4EA8C78-5629-4CB8-9794-5E1861B660A8}" dt="2025-06-04T11:47:03.115" v="317" actId="478"/>
          <ac:picMkLst>
            <pc:docMk/>
            <pc:sldMk cId="2965452809" sldId="261"/>
            <ac:picMk id="4" creationId="{4AE3B28B-4CDB-869A-F5BE-7F62A2D925B6}"/>
          </ac:picMkLst>
        </pc:picChg>
        <pc:picChg chg="add mod">
          <ac:chgData name="Dilan De Silva" userId="579b606d6e18a4ed" providerId="LiveId" clId="{B4EA8C78-5629-4CB8-9794-5E1861B660A8}" dt="2025-06-04T11:51:31.738" v="329" actId="14100"/>
          <ac:picMkLst>
            <pc:docMk/>
            <pc:sldMk cId="2965452809" sldId="261"/>
            <ac:picMk id="5" creationId="{7E98FE36-BF12-46D4-2CD2-33F841A9E8A2}"/>
          </ac:picMkLst>
        </pc:picChg>
        <pc:picChg chg="del">
          <ac:chgData name="Dilan De Silva" userId="579b606d6e18a4ed" providerId="LiveId" clId="{B4EA8C78-5629-4CB8-9794-5E1861B660A8}" dt="2025-06-04T11:46:54.410" v="312" actId="478"/>
          <ac:picMkLst>
            <pc:docMk/>
            <pc:sldMk cId="2965452809" sldId="261"/>
            <ac:picMk id="8" creationId="{D51CD665-AFE1-AE67-E7FC-8F4B4CBC5FC7}"/>
          </ac:picMkLst>
        </pc:picChg>
        <pc:picChg chg="add mod">
          <ac:chgData name="Dilan De Silva" userId="579b606d6e18a4ed" providerId="LiveId" clId="{B4EA8C78-5629-4CB8-9794-5E1861B660A8}" dt="2025-06-04T11:51:56.207" v="331" actId="1076"/>
          <ac:picMkLst>
            <pc:docMk/>
            <pc:sldMk cId="2965452809" sldId="261"/>
            <ac:picMk id="10" creationId="{B526E69E-5BDE-F210-2D61-FF8FD171BCF2}"/>
          </ac:picMkLst>
        </pc:picChg>
        <pc:picChg chg="add mod modCrop">
          <ac:chgData name="Dilan De Silva" userId="579b606d6e18a4ed" providerId="LiveId" clId="{B4EA8C78-5629-4CB8-9794-5E1861B660A8}" dt="2025-06-04T11:52:54.903" v="340" actId="14100"/>
          <ac:picMkLst>
            <pc:docMk/>
            <pc:sldMk cId="2965452809" sldId="261"/>
            <ac:picMk id="12" creationId="{342A7AB9-6630-4F9C-7639-DBB9443F9BE2}"/>
          </ac:picMkLst>
        </pc:picChg>
        <pc:picChg chg="del">
          <ac:chgData name="Dilan De Silva" userId="579b606d6e18a4ed" providerId="LiveId" clId="{B4EA8C78-5629-4CB8-9794-5E1861B660A8}" dt="2025-06-04T11:46:50.116" v="311" actId="478"/>
          <ac:picMkLst>
            <pc:docMk/>
            <pc:sldMk cId="2965452809" sldId="261"/>
            <ac:picMk id="13" creationId="{2F957EFD-A50B-A610-FCE0-2C5E49C173C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12AFC-FF54-B3B5-087A-A580340E2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9DC36-FA3E-6428-BEF9-FE683EF44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79670B-4B41-1B4B-B5F7-E5127A21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EA0A7-78DC-2E4F-B7EE-2DC73A13D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9AFC-31AD-8ADE-668E-01B1A0064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553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967A-D3C5-573D-7A50-B6548C61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EB934-B590-C61C-FC62-55C496970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012A9-2526-07D0-CF95-8CE1E94B9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EC8A9-562C-DE4E-12AA-E9AFB9B22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84C0D-D990-3D15-8199-CE094B19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4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9EC4B-3358-939D-2DDF-3FB06BCA2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A330D-C417-F1B1-61D5-0542F7F82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61037-1711-7430-982B-9F162379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45F05-DC05-74A9-D468-7DE98868F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7D208-8766-6348-DDC3-52034B163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06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4B15-F0B0-1720-E02E-3F6F3AA24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B467A-D527-A7F7-3CDB-C043BB1DD1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05E7B4-ED66-E6A6-82D5-F2CF46493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8BC1C-CBF8-1D00-D87B-E958ECDD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36ADA-AEB3-398E-456D-A4359FF78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65AC1-CC93-0223-E716-18672A599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73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DAD5-47AB-4E1C-C3CF-1420237A1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DE1C7-A720-B419-8F44-8445D6ED5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D814-0353-80F7-2A3C-EE9500E64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60BA81-21F5-B86B-7F22-37B09894B3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99B0B6-E5E5-219B-73AC-BC0D16B9B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A22D01-0B6C-027F-A6D6-013E4AC3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F2978A-60DE-7A14-6FC0-56894C81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9195C5-F589-4147-8CB9-19E01E36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80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AE02-F307-B6CA-C004-B3103207A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22FD5A-CF63-819C-4112-AF67E996B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CF442-469B-FFBC-F880-F17035E04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FF439-C8E9-F540-38F3-D4140A82E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399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570FD-DF9B-348C-8467-556BF6188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DC9AF9-8C3F-5589-A1CC-D28A7FBCC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FC387-99C1-AE0F-1F7D-55D9515FA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945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ADA45-056A-EDB6-352F-4C4CFD687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372FC-AE3C-5543-9F06-316909A93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C4C9A-39E1-B691-5983-37E6C614B5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E01F5-232C-97E5-3B78-81FE74273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15186-EF94-679C-F09C-44B099B61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5C33A-0D44-9654-1DD1-F89A3CD6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136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A71A-D320-D191-63C6-869056B9D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3D5A-C0B0-4164-816B-5CF04E92EF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0AD7F-2E58-00DF-AFFB-5ECE61CE4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65D3A4-EEBF-BB43-CA07-D8C785E9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28AB15-2742-C7E7-1D7A-1141C04E5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0ED12-1163-7582-B9CD-9C62942D2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2629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DA715-17A0-B46E-0D26-F1C66C0AE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726E5A-A8E0-7A56-D6B2-0B1A8F20E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2EA24-AFCF-4C2C-51BF-593B95657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47A0C-E763-8A16-D1CD-EE2A78211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39CC4-7DFE-4D9C-09A4-69006596F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627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DFCCA-46C0-F734-AA48-9F1156DA2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00E9-6916-4445-75CD-5CB779353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10C2F-B647-CBA4-5905-0F1370209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9BBA7-4E3F-EE58-5727-99F914A7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EE960-8BCD-480E-7493-E676B1BB3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5610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2545EA-83B5-6852-325E-54A84281F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0BE9D6-EAE1-9DE0-EAE5-379DAC2CF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7F766-7D32-1A16-268A-239CA4A706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3D9AC-D42E-4620-8482-0397FE94AE8B}" type="datetimeFigureOut">
              <a:rPr lang="en-AU" smtClean="0"/>
              <a:t>4/06/2025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0AFAD-50BC-248F-818D-5E3D0FE84F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DA2AE-EF6A-4E29-E477-B963B6371B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1232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F9A22-7860-1782-66AD-4C3892FA5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BBL Fantasy AI v2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1DF8B-EC09-4358-309A-94175AA5D2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2786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4C89D4-C638-FB8F-CED3-D3A7F921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New Additions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194462-8D64-20D4-246C-4E22D630E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solidFill>
                  <a:schemeClr val="accent6"/>
                </a:solidFill>
              </a:rPr>
              <a:t>Pricing Model</a:t>
            </a:r>
          </a:p>
          <a:p>
            <a:r>
              <a:rPr lang="en-AU" dirty="0"/>
              <a:t>Full Season Simulation Tool</a:t>
            </a:r>
          </a:p>
          <a:p>
            <a:r>
              <a:rPr lang="en-AU" dirty="0"/>
              <a:t>Batting &amp; Bowling </a:t>
            </a:r>
            <a:r>
              <a:rPr lang="en-AU"/>
              <a:t>Points Modelling (*)</a:t>
            </a:r>
            <a:endParaRPr lang="en-AU" dirty="0"/>
          </a:p>
          <a:p>
            <a:r>
              <a:rPr lang="en-AU" dirty="0"/>
              <a:t>Interval Modelling instead of Point Estimation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437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9F56-BA59-FAF6-79C8-A248333FA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Pricing Model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0120E-7982-2BE3-3FA1-358B5018E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Three individual models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1 Game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2 Games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3 or more Games Expected Price Change Model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71337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A1C0DD-1F29-6BF9-21F2-BC147396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4F4B6D-B859-81E2-585F-115E16516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58E25A-46C3-E912-DFCF-F3A95F3F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1" y="1606373"/>
            <a:ext cx="5020722" cy="30751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DAAFF2-7EB9-DAD9-DE9F-137C76ED50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9"/>
          <a:stretch>
            <a:fillRect/>
          </a:stretch>
        </p:blipFill>
        <p:spPr>
          <a:xfrm>
            <a:off x="6951649" y="651752"/>
            <a:ext cx="3805561" cy="62033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BF7B19-1051-10FA-A909-0441C239D5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372" y="4899636"/>
            <a:ext cx="2695951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64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79B03-F755-0793-DE77-BEAB3378B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D9832-E790-FEA8-6024-89D616225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ADA508-1956-0619-0812-604D6A80A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32" y="1615755"/>
            <a:ext cx="4721551" cy="28447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BBA2F4-FEC3-3E5E-40AF-06BB3E73D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410" y="4687941"/>
            <a:ext cx="2457793" cy="7906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F1FC21-77D3-F860-F9D5-C4F4D504C5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43" t="542" b="814"/>
          <a:stretch>
            <a:fillRect/>
          </a:stretch>
        </p:blipFill>
        <p:spPr>
          <a:xfrm>
            <a:off x="7025268" y="651752"/>
            <a:ext cx="3656884" cy="620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47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07282D-DF96-7A4D-CA21-90533A8AF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482A9D-F23B-6B0C-5B36-B51009F97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</a:t>
            </a:r>
            <a:r>
              <a:rPr lang="en-US" sz="3200" dirty="0">
                <a:solidFill>
                  <a:schemeClr val="bg1"/>
                </a:solidFill>
              </a:rPr>
              <a:t>3</a:t>
            </a:r>
            <a:endParaRPr lang="en-US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98FE36-BF12-46D4-2CD2-33F841A9E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74" y="1582997"/>
            <a:ext cx="5538328" cy="33762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26E69E-5BDE-F210-2D61-FF8FD171B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26" y="5338242"/>
            <a:ext cx="2667372" cy="790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2A7AB9-6630-4F9C-7639-DBB9443F9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48" t="968" r="1259" b="712"/>
          <a:stretch>
            <a:fillRect/>
          </a:stretch>
        </p:blipFill>
        <p:spPr>
          <a:xfrm>
            <a:off x="7426713" y="643467"/>
            <a:ext cx="3616848" cy="614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452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61</Words>
  <Application>Microsoft Office PowerPoint</Application>
  <PresentationFormat>Widescreen</PresentationFormat>
  <Paragraphs>14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BBL Fantasy AI v2</vt:lpstr>
      <vt:lpstr>New Additions</vt:lpstr>
      <vt:lpstr>Pricing Model</vt:lpstr>
      <vt:lpstr>Pricing Model 1</vt:lpstr>
      <vt:lpstr>Pricing Model 2</vt:lpstr>
      <vt:lpstr>Pricing Model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Dilan De Silva</dc:creator>
  <cp:lastModifiedBy>Dilan De Silva</cp:lastModifiedBy>
  <cp:revision>1</cp:revision>
  <dcterms:created xsi:type="dcterms:W3CDTF">2025-05-18T04:29:51Z</dcterms:created>
  <dcterms:modified xsi:type="dcterms:W3CDTF">2025-06-04T11:53:26Z</dcterms:modified>
</cp:coreProperties>
</file>