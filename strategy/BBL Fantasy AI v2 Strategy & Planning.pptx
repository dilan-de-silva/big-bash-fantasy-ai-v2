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078198-C8DA-4DD0-9DEE-A371176322A9}">
          <p14:sldIdLst>
            <p14:sldId id="256"/>
            <p14:sldId id="257"/>
          </p14:sldIdLst>
        </p14:section>
        <p14:section name="Pricing Model" id="{7923590F-B911-4954-8180-316826DCECB0}">
          <p14:sldIdLst>
            <p14:sldId id="258"/>
            <p14:sldId id="259"/>
            <p14:sldId id="260"/>
            <p14:sldId id="261"/>
          </p14:sldIdLst>
        </p14:section>
        <p14:section name="Previous Model Build" id="{F6783EA7-0B85-432C-8B34-5ACBD9E0708B}">
          <p14:sldIdLst>
            <p14:sldId id="263"/>
          </p14:sldIdLst>
        </p14:section>
        <p14:section name="Batting Point Model" id="{20176CAB-22A2-449A-ADF4-9AEF7BF31A4F}">
          <p14:sldIdLst>
            <p14:sldId id="262"/>
            <p14:sldId id="264"/>
          </p14:sldIdLst>
        </p14:section>
        <p14:section name="Base Model (Reweight/Rebuild)" id="{684E1DFC-4CB6-4340-901B-D6627A0B3C03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64" y="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lan De Silva" userId="579b606d6e18a4ed" providerId="LiveId" clId="{55D98E11-54C8-4694-9916-6163FE05F5A8}"/>
    <pc:docChg chg="custSel addSld modSld addSection modSection">
      <pc:chgData name="Dilan De Silva" userId="579b606d6e18a4ed" providerId="LiveId" clId="{55D98E11-54C8-4694-9916-6163FE05F5A8}" dt="2025-11-11T13:25:10.101" v="68" actId="14100"/>
      <pc:docMkLst>
        <pc:docMk/>
      </pc:docMkLst>
      <pc:sldChg chg="addSp delSp modSp add mod">
        <pc:chgData name="Dilan De Silva" userId="579b606d6e18a4ed" providerId="LiveId" clId="{55D98E11-54C8-4694-9916-6163FE05F5A8}" dt="2025-11-11T13:25:10.101" v="68" actId="14100"/>
        <pc:sldMkLst>
          <pc:docMk/>
          <pc:sldMk cId="778238734" sldId="265"/>
        </pc:sldMkLst>
        <pc:spChg chg="mod">
          <ac:chgData name="Dilan De Silva" userId="579b606d6e18a4ed" providerId="LiveId" clId="{55D98E11-54C8-4694-9916-6163FE05F5A8}" dt="2025-11-11T12:52:47.369" v="17" actId="20577"/>
          <ac:spMkLst>
            <pc:docMk/>
            <pc:sldMk cId="778238734" sldId="265"/>
            <ac:spMk id="2" creationId="{6247B832-A404-856B-5B15-498B899D8D57}"/>
          </ac:spMkLst>
        </pc:spChg>
        <pc:spChg chg="del">
          <ac:chgData name="Dilan De Silva" userId="579b606d6e18a4ed" providerId="LiveId" clId="{55D98E11-54C8-4694-9916-6163FE05F5A8}" dt="2025-11-11T12:52:42.975" v="7" actId="478"/>
          <ac:spMkLst>
            <pc:docMk/>
            <pc:sldMk cId="778238734" sldId="265"/>
            <ac:spMk id="3" creationId="{5D6B57CB-75A0-BD7E-564B-DF6170A9B175}"/>
          </ac:spMkLst>
        </pc:spChg>
        <pc:spChg chg="add del mod">
          <ac:chgData name="Dilan De Silva" userId="579b606d6e18a4ed" providerId="LiveId" clId="{55D98E11-54C8-4694-9916-6163FE05F5A8}" dt="2025-11-11T12:52:50.569" v="18" actId="478"/>
          <ac:spMkLst>
            <pc:docMk/>
            <pc:sldMk cId="778238734" sldId="265"/>
            <ac:spMk id="5" creationId="{C961A8EB-168C-B1E1-9AFF-6D466367A754}"/>
          </ac:spMkLst>
        </pc:spChg>
        <pc:picChg chg="add del mod">
          <ac:chgData name="Dilan De Silva" userId="579b606d6e18a4ed" providerId="LiveId" clId="{55D98E11-54C8-4694-9916-6163FE05F5A8}" dt="2025-11-11T13:22:37.209" v="51" actId="478"/>
          <ac:picMkLst>
            <pc:docMk/>
            <pc:sldMk cId="778238734" sldId="265"/>
            <ac:picMk id="7" creationId="{9C007BD9-6495-7865-4113-0D957F7D713C}"/>
          </ac:picMkLst>
        </pc:picChg>
        <pc:picChg chg="add del mod">
          <ac:chgData name="Dilan De Silva" userId="579b606d6e18a4ed" providerId="LiveId" clId="{55D98E11-54C8-4694-9916-6163FE05F5A8}" dt="2025-11-11T13:22:37.703" v="52" actId="478"/>
          <ac:picMkLst>
            <pc:docMk/>
            <pc:sldMk cId="778238734" sldId="265"/>
            <ac:picMk id="9" creationId="{5BF8AC2C-197C-9889-B1AA-8815E96F3EA4}"/>
          </ac:picMkLst>
        </pc:picChg>
        <pc:picChg chg="add del mod">
          <ac:chgData name="Dilan De Silva" userId="579b606d6e18a4ed" providerId="LiveId" clId="{55D98E11-54C8-4694-9916-6163FE05F5A8}" dt="2025-11-11T13:22:35.833" v="49" actId="478"/>
          <ac:picMkLst>
            <pc:docMk/>
            <pc:sldMk cId="778238734" sldId="265"/>
            <ac:picMk id="11" creationId="{472B34DC-282B-DE33-9234-7C8CA1B48499}"/>
          </ac:picMkLst>
        </pc:picChg>
        <pc:picChg chg="add del mod">
          <ac:chgData name="Dilan De Silva" userId="579b606d6e18a4ed" providerId="LiveId" clId="{55D98E11-54C8-4694-9916-6163FE05F5A8}" dt="2025-11-11T13:22:36.383" v="50" actId="478"/>
          <ac:picMkLst>
            <pc:docMk/>
            <pc:sldMk cId="778238734" sldId="265"/>
            <ac:picMk id="13" creationId="{186C2D99-1DD7-B0A7-8EE0-06775064C0F5}"/>
          </ac:picMkLst>
        </pc:picChg>
        <pc:picChg chg="add mod">
          <ac:chgData name="Dilan De Silva" userId="579b606d6e18a4ed" providerId="LiveId" clId="{55D98E11-54C8-4694-9916-6163FE05F5A8}" dt="2025-11-11T13:23:30.371" v="54" actId="1076"/>
          <ac:picMkLst>
            <pc:docMk/>
            <pc:sldMk cId="778238734" sldId="265"/>
            <ac:picMk id="15" creationId="{276CF6FE-4742-1F80-08A7-4AEFC184A94D}"/>
          </ac:picMkLst>
        </pc:picChg>
        <pc:picChg chg="add mod">
          <ac:chgData name="Dilan De Silva" userId="579b606d6e18a4ed" providerId="LiveId" clId="{55D98E11-54C8-4694-9916-6163FE05F5A8}" dt="2025-11-11T13:24:16.491" v="61" actId="14100"/>
          <ac:picMkLst>
            <pc:docMk/>
            <pc:sldMk cId="778238734" sldId="265"/>
            <ac:picMk id="17" creationId="{4D15F185-3660-C02F-48C5-4C03BA4FA445}"/>
          </ac:picMkLst>
        </pc:picChg>
        <pc:picChg chg="add mod">
          <ac:chgData name="Dilan De Silva" userId="579b606d6e18a4ed" providerId="LiveId" clId="{55D98E11-54C8-4694-9916-6163FE05F5A8}" dt="2025-11-11T13:24:13.554" v="60" actId="1076"/>
          <ac:picMkLst>
            <pc:docMk/>
            <pc:sldMk cId="778238734" sldId="265"/>
            <ac:picMk id="19" creationId="{49124439-DA01-4E1E-CADA-6BCEB6BE6CEF}"/>
          </ac:picMkLst>
        </pc:picChg>
        <pc:picChg chg="add mod">
          <ac:chgData name="Dilan De Silva" userId="579b606d6e18a4ed" providerId="LiveId" clId="{55D98E11-54C8-4694-9916-6163FE05F5A8}" dt="2025-11-11T13:24:46.404" v="64" actId="1076"/>
          <ac:picMkLst>
            <pc:docMk/>
            <pc:sldMk cId="778238734" sldId="265"/>
            <ac:picMk id="21" creationId="{FA88AEEE-5EBD-3E40-AE50-BBF77EFA8571}"/>
          </ac:picMkLst>
        </pc:picChg>
        <pc:picChg chg="add mod">
          <ac:chgData name="Dilan De Silva" userId="579b606d6e18a4ed" providerId="LiveId" clId="{55D98E11-54C8-4694-9916-6163FE05F5A8}" dt="2025-11-11T13:25:10.101" v="68" actId="14100"/>
          <ac:picMkLst>
            <pc:docMk/>
            <pc:sldMk cId="778238734" sldId="265"/>
            <ac:picMk id="23" creationId="{CBB5288E-E7D3-8D27-8717-C302E606D31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12AFC-FF54-B3B5-087A-A580340E2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9DC36-FA3E-6428-BEF9-FE683EF44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9670B-4B41-1B4B-B5F7-E5127A21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EA0A7-78DC-2E4F-B7EE-2DC73A13D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9AFC-31AD-8ADE-668E-01B1A0064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553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67A-D3C5-573D-7A50-B6548C61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EB934-B590-C61C-FC62-55C496970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012A9-2526-07D0-CF95-8CE1E94B9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EC8A9-562C-DE4E-12AA-E9AFB9B22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84C0D-D990-3D15-8199-CE094B19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4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EC4B-3358-939D-2DDF-3FB06BCA2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A330D-C417-F1B1-61D5-0542F7F82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61037-1711-7430-982B-9F16237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45F05-DC05-74A9-D468-7DE98868F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7D208-8766-6348-DDC3-52034B163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06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4B15-F0B0-1720-E02E-3F6F3AA24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B467A-D527-A7F7-3CDB-C043BB1DD1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05E7B4-ED66-E6A6-82D5-F2CF46493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8BC1C-CBF8-1D00-D87B-E958ECDD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36ADA-AEB3-398E-456D-A4359FF7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65AC1-CC93-0223-E716-18672A599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7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DAD5-47AB-4E1C-C3CF-1420237A1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DE1C7-A720-B419-8F44-8445D6ED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D814-0353-80F7-2A3C-EE9500E64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60BA81-21F5-B86B-7F22-37B09894B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99B0B6-E5E5-219B-73AC-BC0D16B9B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A22D01-0B6C-027F-A6D6-013E4AC3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F2978A-60DE-7A14-6FC0-56894C81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9195C5-F589-4147-8CB9-19E01E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80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AE02-F307-B6CA-C004-B3103207A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22FD5A-CF63-819C-4112-AF67E996B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CF442-469B-FFBC-F880-F17035E04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FF439-C8E9-F540-38F3-D4140A82E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39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570FD-DF9B-348C-8467-556BF6188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DC9AF9-8C3F-5589-A1CC-D28A7FBCC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FC387-99C1-AE0F-1F7D-55D9515FA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94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ADA45-056A-EDB6-352F-4C4CFD687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372FC-AE3C-5543-9F06-316909A93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C4C9A-39E1-B691-5983-37E6C614B5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E01F5-232C-97E5-3B78-81FE74273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15186-EF94-679C-F09C-44B099B6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5C33A-0D44-9654-1DD1-F89A3CD6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136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A71A-D320-D191-63C6-869056B9D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3D5A-C0B0-4164-816B-5CF04E92EF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0AD7F-2E58-00DF-AFFB-5ECE61CE4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5D3A4-EEBF-BB43-CA07-D8C785E9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8AB15-2742-C7E7-1D7A-1141C04E5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ED12-1163-7582-B9CD-9C62942D2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262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DA715-17A0-B46E-0D26-F1C66C0A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26E5A-A8E0-7A56-D6B2-0B1A8F20E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2EA24-AFCF-4C2C-51BF-593B95657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47A0C-E763-8A16-D1CD-EE2A78211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39CC4-7DFE-4D9C-09A4-69006596F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627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FCCA-46C0-F734-AA48-9F1156DA2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00E9-6916-4445-75CD-5CB779353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10C2F-B647-CBA4-5905-0F1370209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9BBA7-4E3F-EE58-5727-99F914A7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EE960-8BCD-480E-7493-E676B1BB3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5610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2545EA-83B5-6852-325E-54A84281F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0BE9D6-EAE1-9DE0-EAE5-379DAC2CF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7F766-7D32-1A16-268A-239CA4A706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3D9AC-D42E-4620-8482-0397FE94AE8B}" type="datetimeFigureOut">
              <a:rPr lang="en-AU" smtClean="0"/>
              <a:t>11/11/2025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0AFAD-50BC-248F-818D-5E3D0FE84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DA2AE-EF6A-4E29-E477-B963B6371B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1232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F9A22-7860-1782-66AD-4C3892FA5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BBL Fantasy AI v2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1DF8B-EC09-4358-309A-94175AA5D2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2786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C89D4-C638-FB8F-CED3-D3A7F921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New Additions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194462-8D64-20D4-246C-4E22D630E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solidFill>
                  <a:schemeClr val="accent6"/>
                </a:solidFill>
              </a:rPr>
              <a:t>Pricing Model</a:t>
            </a:r>
          </a:p>
          <a:p>
            <a:r>
              <a:rPr lang="en-AU" dirty="0"/>
              <a:t>Full Season Simulation Tool</a:t>
            </a:r>
          </a:p>
          <a:p>
            <a:r>
              <a:rPr lang="en-AU" dirty="0"/>
              <a:t>Batting &amp; Bowling Points Modelling (*)</a:t>
            </a:r>
          </a:p>
          <a:p>
            <a:r>
              <a:rPr lang="en-AU" dirty="0"/>
              <a:t>Interval Modelling instead of Point Estimation</a:t>
            </a:r>
          </a:p>
          <a:p>
            <a:r>
              <a:rPr lang="en-AU" dirty="0"/>
              <a:t>New Player Unsupervised Clustering Model to identify closest x amount of current </a:t>
            </a:r>
            <a:r>
              <a:rPr lang="en-AU" dirty="0" err="1"/>
              <a:t>bbl</a:t>
            </a:r>
            <a:r>
              <a:rPr lang="en-AU" dirty="0"/>
              <a:t> players and mimic predictions (Gen AI?)</a:t>
            </a:r>
          </a:p>
          <a:p>
            <a:r>
              <a:rPr lang="en-AU" dirty="0"/>
              <a:t>Weather model/ alternative strategies based on rain out games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43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9F56-BA59-FAF6-79C8-A248333FA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Pricing Model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0120E-7982-2BE3-3FA1-358B5018E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Three individual models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1 Game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2 Games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3 or more Games Expected Price Change Model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71337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A1C0DD-1F29-6BF9-21F2-BC147396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4F4B6D-B859-81E2-585F-115E16516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58E25A-46C3-E912-DFCF-F3A95F3F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1" y="1606373"/>
            <a:ext cx="5020722" cy="3075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DAAFF2-7EB9-DAD9-DE9F-137C76ED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9"/>
          <a:stretch>
            <a:fillRect/>
          </a:stretch>
        </p:blipFill>
        <p:spPr>
          <a:xfrm>
            <a:off x="6951649" y="651752"/>
            <a:ext cx="3805561" cy="6203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F7B19-1051-10FA-A909-0441C239D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372" y="4899636"/>
            <a:ext cx="2695951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64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79B03-F755-0793-DE77-BEAB3378B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D9832-E790-FEA8-6024-89D616225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DA508-1956-0619-0812-604D6A80A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32" y="1615755"/>
            <a:ext cx="4721551" cy="28447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BBA2F4-FEC3-3E5E-40AF-06BB3E73D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410" y="4687941"/>
            <a:ext cx="2457793" cy="7906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F1FC21-77D3-F860-F9D5-C4F4D504C5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43" t="542" b="814"/>
          <a:stretch>
            <a:fillRect/>
          </a:stretch>
        </p:blipFill>
        <p:spPr>
          <a:xfrm>
            <a:off x="7025268" y="651752"/>
            <a:ext cx="3656884" cy="620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47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07282D-DF96-7A4D-CA21-90533A8AF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482A9D-F23B-6B0C-5B36-B51009F97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</a:t>
            </a:r>
            <a:r>
              <a:rPr lang="en-US" sz="3200" dirty="0">
                <a:solidFill>
                  <a:schemeClr val="bg1"/>
                </a:solidFill>
              </a:rPr>
              <a:t>3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8FE36-BF12-46D4-2CD2-33F841A9E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74" y="1582997"/>
            <a:ext cx="5538328" cy="33762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26E69E-5BDE-F210-2D61-FF8FD171B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26" y="5338242"/>
            <a:ext cx="2667372" cy="790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2A7AB9-6630-4F9C-7639-DBB9443F9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48" t="968" r="1259" b="712"/>
          <a:stretch>
            <a:fillRect/>
          </a:stretch>
        </p:blipFill>
        <p:spPr>
          <a:xfrm>
            <a:off x="7426713" y="643467"/>
            <a:ext cx="3616848" cy="614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452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38E95-46C2-8089-3AFF-EC46EF3AD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804F-5E8C-1D4B-605A-E3F1492FD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Previous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9F51-6BFC-E765-0305-5CD19BCBA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AU" dirty="0"/>
              <a:t>Features</a:t>
            </a:r>
          </a:p>
          <a:p>
            <a:pPr lvl="1"/>
            <a:r>
              <a:rPr lang="en-AU" dirty="0"/>
              <a:t>Player previous seasons fantasy points summary stats</a:t>
            </a:r>
          </a:p>
          <a:p>
            <a:pPr lvl="1"/>
            <a:r>
              <a:rPr lang="en-AU" dirty="0"/>
              <a:t>Match opponent</a:t>
            </a:r>
          </a:p>
          <a:p>
            <a:pPr lvl="1"/>
            <a:r>
              <a:rPr lang="en-AU" dirty="0"/>
              <a:t>Match venue</a:t>
            </a:r>
          </a:p>
          <a:p>
            <a:pPr lvl="1"/>
            <a:r>
              <a:rPr lang="en-AU" dirty="0"/>
              <a:t>Home venue</a:t>
            </a:r>
          </a:p>
          <a:p>
            <a:pPr lvl="1"/>
            <a:r>
              <a:rPr lang="en-AU" dirty="0"/>
              <a:t>Team Rank</a:t>
            </a:r>
          </a:p>
          <a:p>
            <a:pPr lvl="1"/>
            <a:r>
              <a:rPr lang="en-AU" dirty="0"/>
              <a:t>Home Ground Advantage Interaction Term</a:t>
            </a:r>
          </a:p>
          <a:p>
            <a:r>
              <a:rPr lang="en-AU" dirty="0"/>
              <a:t>During Tournament</a:t>
            </a:r>
          </a:p>
          <a:p>
            <a:pPr lvl="1"/>
            <a:r>
              <a:rPr lang="en-AU" dirty="0"/>
              <a:t>Current season player fantasy points summary stats</a:t>
            </a:r>
          </a:p>
          <a:p>
            <a:pPr lvl="1"/>
            <a:r>
              <a:rPr lang="en-AU" dirty="0"/>
              <a:t>Which overs bowled</a:t>
            </a:r>
          </a:p>
          <a:p>
            <a:pPr lvl="1"/>
            <a:r>
              <a:rPr lang="en-AU" dirty="0"/>
              <a:t>Batting position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67652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DBAF1-9EC8-0E7F-DDC2-4E1D27C4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9B02-1CB5-3025-7E40-16AC7F9CC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86134-C9F0-19C3-2C44-4B0A4DBC5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Additional Features:</a:t>
            </a:r>
          </a:p>
          <a:p>
            <a:pPr lvl="1"/>
            <a:r>
              <a:rPr lang="en-AU" dirty="0"/>
              <a:t>Whether the player will bat feeder model</a:t>
            </a:r>
          </a:p>
          <a:p>
            <a:pPr lvl="1"/>
            <a:r>
              <a:rPr lang="en-AU" dirty="0"/>
              <a:t>Player actual performance (average runs, average strike rate, average bowls faced etc)</a:t>
            </a:r>
          </a:p>
          <a:p>
            <a:pPr lvl="1"/>
            <a:r>
              <a:rPr lang="en-AU" dirty="0"/>
              <a:t>Previous season batting points</a:t>
            </a:r>
          </a:p>
          <a:p>
            <a:pPr lvl="1"/>
            <a:r>
              <a:rPr lang="en-AU" dirty="0"/>
              <a:t>Pre season form? </a:t>
            </a:r>
            <a:r>
              <a:rPr lang="en-AU" dirty="0" err="1"/>
              <a:t>Cricinfo</a:t>
            </a:r>
            <a:r>
              <a:rPr lang="en-AU" dirty="0"/>
              <a:t>/ other tournaments</a:t>
            </a:r>
          </a:p>
          <a:p>
            <a:pPr lvl="1"/>
            <a:r>
              <a:rPr lang="en-AU" dirty="0"/>
              <a:t>Other tournaments flag (e.g. total number of t20 leagues played)</a:t>
            </a:r>
          </a:p>
          <a:p>
            <a:pPr lvl="1"/>
            <a:r>
              <a:rPr lang="en-AU" dirty="0"/>
              <a:t>Number of games played compared max </a:t>
            </a:r>
            <a:r>
              <a:rPr lang="en-AU"/>
              <a:t>in team</a:t>
            </a:r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90225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94D5A-41B3-0418-A227-B6AC28DC7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02526-3D7C-1772-95EE-C96EFC1E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D1478-2B91-A5BD-6C42-8F2FEAD44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Problem:</a:t>
            </a:r>
          </a:p>
          <a:p>
            <a:pPr lvl="1"/>
            <a:r>
              <a:rPr lang="en-AU" dirty="0"/>
              <a:t>Currently can not identify the batting position of the players who do not bat in the game (truncated data) and </a:t>
            </a:r>
            <a:r>
              <a:rPr lang="en-AU" b="1" dirty="0"/>
              <a:t>therefore the current batting position flags are skewed</a:t>
            </a:r>
          </a:p>
          <a:p>
            <a:r>
              <a:rPr lang="en-AU" dirty="0"/>
              <a:t>Solution: Two part model </a:t>
            </a:r>
          </a:p>
          <a:p>
            <a:pPr lvl="1"/>
            <a:r>
              <a:rPr lang="en-AU" dirty="0"/>
              <a:t>Expected Batting points = </a:t>
            </a:r>
            <a:r>
              <a:rPr lang="en-AU" dirty="0" err="1"/>
              <a:t>Pr</a:t>
            </a:r>
            <a:r>
              <a:rPr lang="en-AU" dirty="0"/>
              <a:t> of batting model x Number of batting points given player bats</a:t>
            </a:r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08918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DF11E-9F4E-731D-F4D4-DC85B482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7B832-A404-856B-5B15-498B899D8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76CF6FE-4742-1F80-08A7-4AEFC184A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3" y="1581135"/>
            <a:ext cx="5487166" cy="2191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15F185-3660-C02F-48C5-4C03BA4FA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7352" y="0"/>
            <a:ext cx="2294648" cy="370461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9124439-DA01-4E1E-CADA-6BCEB6BE6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7352" y="3687214"/>
            <a:ext cx="2294648" cy="317078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A88AEEE-5EBD-3E40-AE50-BBF77EFA85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814" y="2468862"/>
            <a:ext cx="3598221" cy="326550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BB5288E-E7D3-8D27-8717-C302E606D3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5387" y="2468862"/>
            <a:ext cx="3537123" cy="327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38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250</Words>
  <Application>Microsoft Office PowerPoint</Application>
  <PresentationFormat>Widescreen</PresentationFormat>
  <Paragraphs>43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BBL Fantasy AI v2</vt:lpstr>
      <vt:lpstr>New Additions</vt:lpstr>
      <vt:lpstr>Pricing Model</vt:lpstr>
      <vt:lpstr>Pricing Model 1</vt:lpstr>
      <vt:lpstr>Pricing Model 2</vt:lpstr>
      <vt:lpstr>Pricing Model 3</vt:lpstr>
      <vt:lpstr>Previous Features</vt:lpstr>
      <vt:lpstr>Batting Model</vt:lpstr>
      <vt:lpstr>Batting Model</vt:lpstr>
      <vt:lpstr>RF Model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Dilan De Silva</dc:creator>
  <cp:lastModifiedBy>Dilan De Silva</cp:lastModifiedBy>
  <cp:revision>1</cp:revision>
  <dcterms:created xsi:type="dcterms:W3CDTF">2025-05-18T04:29:51Z</dcterms:created>
  <dcterms:modified xsi:type="dcterms:W3CDTF">2025-11-11T13:25:11Z</dcterms:modified>
</cp:coreProperties>
</file>