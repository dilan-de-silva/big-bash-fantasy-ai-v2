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58" r:id="rId6"/>
    <p:sldId id="259" r:id="rId7"/>
    <p:sldId id="260" r:id="rId8"/>
    <p:sldId id="261" r:id="rId9"/>
    <p:sldId id="263" r:id="rId10"/>
    <p:sldId id="262" r:id="rId11"/>
    <p:sldId id="264" r:id="rId12"/>
    <p:sldId id="265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5078198-C8DA-4DD0-9DEE-A371176322A9}">
          <p14:sldIdLst>
            <p14:sldId id="256"/>
            <p14:sldId id="257"/>
            <p14:sldId id="267"/>
            <p14:sldId id="268"/>
          </p14:sldIdLst>
        </p14:section>
        <p14:section name="Pricing Model" id="{7923590F-B911-4954-8180-316826DCECB0}">
          <p14:sldIdLst>
            <p14:sldId id="258"/>
            <p14:sldId id="259"/>
            <p14:sldId id="260"/>
            <p14:sldId id="261"/>
          </p14:sldIdLst>
        </p14:section>
        <p14:section name="Previous Model Build" id="{F6783EA7-0B85-432C-8B34-5ACBD9E0708B}">
          <p14:sldIdLst>
            <p14:sldId id="263"/>
          </p14:sldIdLst>
        </p14:section>
        <p14:section name="Batting Point Model" id="{20176CAB-22A2-449A-ADF4-9AEF7BF31A4F}">
          <p14:sldIdLst>
            <p14:sldId id="262"/>
            <p14:sldId id="264"/>
          </p14:sldIdLst>
        </p14:section>
        <p14:section name="Base Model (Reweight/Rebuild)" id="{684E1DFC-4CB6-4340-901B-D6627A0B3C03}">
          <p14:sldIdLst>
            <p14:sldId id="265"/>
            <p14:sldId id="266"/>
            <p14:sldId id="269"/>
            <p14:sldId id="270"/>
            <p14:sldId id="271"/>
            <p14:sldId id="272"/>
          </p14:sldIdLst>
        </p14:section>
        <p14:section name="Average Season Model" id="{B145F419-38FA-421F-9C7D-5977CBFEA969}">
          <p14:sldIdLst>
            <p14:sldId id="273"/>
            <p14:sldId id="274"/>
            <p14:sldId id="275"/>
            <p14:sldId id="276"/>
          </p14:sldIdLst>
        </p14:section>
        <p14:section name="Batting Avg Points Model" id="{657CCE3E-EEF5-4B7A-BF91-4A5DC543F188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EA8C78-5629-4CB8-9794-5E1861B660A8}" v="5" dt="2025-11-18T13:55:56.6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lan De Silva" userId="579b606d6e18a4ed" providerId="LiveId" clId="{55D98E11-54C8-4694-9916-6163FE05F5A8}"/>
    <pc:docChg chg="undo custSel addSld delSld modSld addSection delSection modSection">
      <pc:chgData name="Dilan De Silva" userId="579b606d6e18a4ed" providerId="LiveId" clId="{55D98E11-54C8-4694-9916-6163FE05F5A8}" dt="2025-11-18T15:41:36.485" v="529" actId="1076"/>
      <pc:docMkLst>
        <pc:docMk/>
      </pc:docMkLst>
      <pc:sldChg chg="addSp delSp modSp add mod">
        <pc:chgData name="Dilan De Silva" userId="579b606d6e18a4ed" providerId="LiveId" clId="{55D98E11-54C8-4694-9916-6163FE05F5A8}" dt="2025-11-11T13:25:10.101" v="68" actId="14100"/>
        <pc:sldMkLst>
          <pc:docMk/>
          <pc:sldMk cId="778238734" sldId="265"/>
        </pc:sldMkLst>
        <pc:spChg chg="mod">
          <ac:chgData name="Dilan De Silva" userId="579b606d6e18a4ed" providerId="LiveId" clId="{55D98E11-54C8-4694-9916-6163FE05F5A8}" dt="2025-11-11T12:52:47.369" v="17" actId="20577"/>
          <ac:spMkLst>
            <pc:docMk/>
            <pc:sldMk cId="778238734" sldId="265"/>
            <ac:spMk id="2" creationId="{6247B832-A404-856B-5B15-498B899D8D57}"/>
          </ac:spMkLst>
        </pc:spChg>
        <pc:picChg chg="add mod">
          <ac:chgData name="Dilan De Silva" userId="579b606d6e18a4ed" providerId="LiveId" clId="{55D98E11-54C8-4694-9916-6163FE05F5A8}" dt="2025-11-11T13:23:30.371" v="54" actId="1076"/>
          <ac:picMkLst>
            <pc:docMk/>
            <pc:sldMk cId="778238734" sldId="265"/>
            <ac:picMk id="15" creationId="{276CF6FE-4742-1F80-08A7-4AEFC184A94D}"/>
          </ac:picMkLst>
        </pc:picChg>
        <pc:picChg chg="add mod">
          <ac:chgData name="Dilan De Silva" userId="579b606d6e18a4ed" providerId="LiveId" clId="{55D98E11-54C8-4694-9916-6163FE05F5A8}" dt="2025-11-11T13:24:16.491" v="61" actId="14100"/>
          <ac:picMkLst>
            <pc:docMk/>
            <pc:sldMk cId="778238734" sldId="265"/>
            <ac:picMk id="17" creationId="{4D15F185-3660-C02F-48C5-4C03BA4FA445}"/>
          </ac:picMkLst>
        </pc:picChg>
        <pc:picChg chg="add mod">
          <ac:chgData name="Dilan De Silva" userId="579b606d6e18a4ed" providerId="LiveId" clId="{55D98E11-54C8-4694-9916-6163FE05F5A8}" dt="2025-11-11T13:24:13.554" v="60" actId="1076"/>
          <ac:picMkLst>
            <pc:docMk/>
            <pc:sldMk cId="778238734" sldId="265"/>
            <ac:picMk id="19" creationId="{49124439-DA01-4E1E-CADA-6BCEB6BE6CEF}"/>
          </ac:picMkLst>
        </pc:picChg>
        <pc:picChg chg="add mod">
          <ac:chgData name="Dilan De Silva" userId="579b606d6e18a4ed" providerId="LiveId" clId="{55D98E11-54C8-4694-9916-6163FE05F5A8}" dt="2025-11-11T13:24:46.404" v="64" actId="1076"/>
          <ac:picMkLst>
            <pc:docMk/>
            <pc:sldMk cId="778238734" sldId="265"/>
            <ac:picMk id="21" creationId="{FA88AEEE-5EBD-3E40-AE50-BBF77EFA8571}"/>
          </ac:picMkLst>
        </pc:picChg>
        <pc:picChg chg="add mod">
          <ac:chgData name="Dilan De Silva" userId="579b606d6e18a4ed" providerId="LiveId" clId="{55D98E11-54C8-4694-9916-6163FE05F5A8}" dt="2025-11-11T13:25:10.101" v="68" actId="14100"/>
          <ac:picMkLst>
            <pc:docMk/>
            <pc:sldMk cId="778238734" sldId="265"/>
            <ac:picMk id="23" creationId="{CBB5288E-E7D3-8D27-8717-C302E606D31F}"/>
          </ac:picMkLst>
        </pc:picChg>
      </pc:sldChg>
      <pc:sldChg chg="addSp delSp modSp add mod">
        <pc:chgData name="Dilan De Silva" userId="579b606d6e18a4ed" providerId="LiveId" clId="{55D98E11-54C8-4694-9916-6163FE05F5A8}" dt="2025-11-16T07:21:06.064" v="108" actId="20577"/>
        <pc:sldMkLst>
          <pc:docMk/>
          <pc:sldMk cId="3676518933" sldId="270"/>
        </pc:sldMkLst>
        <pc:spChg chg="mod">
          <ac:chgData name="Dilan De Silva" userId="579b606d6e18a4ed" providerId="LiveId" clId="{55D98E11-54C8-4694-9916-6163FE05F5A8}" dt="2025-11-16T07:21:06.064" v="108" actId="20577"/>
          <ac:spMkLst>
            <pc:docMk/>
            <pc:sldMk cId="3676518933" sldId="270"/>
            <ac:spMk id="2" creationId="{6B111ECC-A7C7-8AC6-ACE9-4443CF6BAB40}"/>
          </ac:spMkLst>
        </pc:spChg>
        <pc:picChg chg="add mod">
          <ac:chgData name="Dilan De Silva" userId="579b606d6e18a4ed" providerId="LiveId" clId="{55D98E11-54C8-4694-9916-6163FE05F5A8}" dt="2025-11-16T07:14:54.545" v="94" actId="14100"/>
          <ac:picMkLst>
            <pc:docMk/>
            <pc:sldMk cId="3676518933" sldId="270"/>
            <ac:picMk id="4" creationId="{57579C64-28B7-38CF-C8A8-D9BB80B5FFD1}"/>
          </ac:picMkLst>
        </pc:picChg>
        <pc:picChg chg="add mod">
          <ac:chgData name="Dilan De Silva" userId="579b606d6e18a4ed" providerId="LiveId" clId="{55D98E11-54C8-4694-9916-6163FE05F5A8}" dt="2025-11-16T07:14:52.354" v="93" actId="14100"/>
          <ac:picMkLst>
            <pc:docMk/>
            <pc:sldMk cId="3676518933" sldId="270"/>
            <ac:picMk id="7" creationId="{F3513B56-B023-AA65-5F08-7B4EA2F4A6E3}"/>
          </ac:picMkLst>
        </pc:picChg>
        <pc:picChg chg="add mod">
          <ac:chgData name="Dilan De Silva" userId="579b606d6e18a4ed" providerId="LiveId" clId="{55D98E11-54C8-4694-9916-6163FE05F5A8}" dt="2025-11-16T07:16:16.455" v="102" actId="1076"/>
          <ac:picMkLst>
            <pc:docMk/>
            <pc:sldMk cId="3676518933" sldId="270"/>
            <ac:picMk id="10" creationId="{668C8E7F-A9EE-9F93-DBC9-820887AD5C4E}"/>
          </ac:picMkLst>
        </pc:picChg>
        <pc:picChg chg="add mod">
          <ac:chgData name="Dilan De Silva" userId="579b606d6e18a4ed" providerId="LiveId" clId="{55D98E11-54C8-4694-9916-6163FE05F5A8}" dt="2025-11-16T07:16:18.624" v="103" actId="1076"/>
          <ac:picMkLst>
            <pc:docMk/>
            <pc:sldMk cId="3676518933" sldId="270"/>
            <ac:picMk id="12" creationId="{0E21CB93-98B3-5B0C-6072-8BD46B185B9D}"/>
          </ac:picMkLst>
        </pc:picChg>
        <pc:picChg chg="add mod">
          <ac:chgData name="Dilan De Silva" userId="579b606d6e18a4ed" providerId="LiveId" clId="{55D98E11-54C8-4694-9916-6163FE05F5A8}" dt="2025-11-16T07:20:59.283" v="107" actId="1076"/>
          <ac:picMkLst>
            <pc:docMk/>
            <pc:sldMk cId="3676518933" sldId="270"/>
            <ac:picMk id="16" creationId="{A82CC3D1-F18C-39D9-F712-3B8F219BF4D5}"/>
          </ac:picMkLst>
        </pc:picChg>
      </pc:sldChg>
      <pc:sldChg chg="addSp delSp modSp add mod">
        <pc:chgData name="Dilan De Silva" userId="579b606d6e18a4ed" providerId="LiveId" clId="{55D98E11-54C8-4694-9916-6163FE05F5A8}" dt="2025-11-18T12:53:47.587" v="151" actId="1076"/>
        <pc:sldMkLst>
          <pc:docMk/>
          <pc:sldMk cId="3936721459" sldId="271"/>
        </pc:sldMkLst>
        <pc:spChg chg="mod">
          <ac:chgData name="Dilan De Silva" userId="579b606d6e18a4ed" providerId="LiveId" clId="{55D98E11-54C8-4694-9916-6163FE05F5A8}" dt="2025-11-18T12:49:55.972" v="111" actId="20577"/>
          <ac:spMkLst>
            <pc:docMk/>
            <pc:sldMk cId="3936721459" sldId="271"/>
            <ac:spMk id="2" creationId="{326C68D0-23E3-3F12-7098-2A1C235EC35A}"/>
          </ac:spMkLst>
        </pc:spChg>
        <pc:picChg chg="del">
          <ac:chgData name="Dilan De Silva" userId="579b606d6e18a4ed" providerId="LiveId" clId="{55D98E11-54C8-4694-9916-6163FE05F5A8}" dt="2025-11-18T12:49:59.331" v="117" actId="478"/>
          <ac:picMkLst>
            <pc:docMk/>
            <pc:sldMk cId="3936721459" sldId="271"/>
            <ac:picMk id="4" creationId="{A1767807-5DB5-EEA7-54FD-B54FA7ACA7C9}"/>
          </ac:picMkLst>
        </pc:picChg>
        <pc:picChg chg="add mod">
          <ac:chgData name="Dilan De Silva" userId="579b606d6e18a4ed" providerId="LiveId" clId="{55D98E11-54C8-4694-9916-6163FE05F5A8}" dt="2025-11-18T12:53:44.386" v="148" actId="1076"/>
          <ac:picMkLst>
            <pc:docMk/>
            <pc:sldMk cId="3936721459" sldId="271"/>
            <ac:picMk id="5" creationId="{AF65B7FD-A905-EE78-31CC-EC4A7A89F9EC}"/>
          </ac:picMkLst>
        </pc:picChg>
        <pc:picChg chg="del">
          <ac:chgData name="Dilan De Silva" userId="579b606d6e18a4ed" providerId="LiveId" clId="{55D98E11-54C8-4694-9916-6163FE05F5A8}" dt="2025-11-18T12:49:59.822" v="118" actId="478"/>
          <ac:picMkLst>
            <pc:docMk/>
            <pc:sldMk cId="3936721459" sldId="271"/>
            <ac:picMk id="7" creationId="{839DD7EE-6D08-93BE-D374-D3785EA0EA9A}"/>
          </ac:picMkLst>
        </pc:picChg>
        <pc:picChg chg="add mod">
          <ac:chgData name="Dilan De Silva" userId="579b606d6e18a4ed" providerId="LiveId" clId="{55D98E11-54C8-4694-9916-6163FE05F5A8}" dt="2025-11-18T12:53:45.711" v="150" actId="1076"/>
          <ac:picMkLst>
            <pc:docMk/>
            <pc:sldMk cId="3936721459" sldId="271"/>
            <ac:picMk id="8" creationId="{BAD29697-4901-99EE-926D-418EC149ADB7}"/>
          </ac:picMkLst>
        </pc:picChg>
        <pc:picChg chg="del mod">
          <ac:chgData name="Dilan De Silva" userId="579b606d6e18a4ed" providerId="LiveId" clId="{55D98E11-54C8-4694-9916-6163FE05F5A8}" dt="2025-11-18T12:49:58.160" v="115" actId="478"/>
          <ac:picMkLst>
            <pc:docMk/>
            <pc:sldMk cId="3936721459" sldId="271"/>
            <ac:picMk id="10" creationId="{EDB24408-085D-67D8-5E3A-E2344631457F}"/>
          </ac:picMkLst>
        </pc:picChg>
        <pc:picChg chg="add mod">
          <ac:chgData name="Dilan De Silva" userId="579b606d6e18a4ed" providerId="LiveId" clId="{55D98E11-54C8-4694-9916-6163FE05F5A8}" dt="2025-11-18T12:53:33.419" v="144" actId="1076"/>
          <ac:picMkLst>
            <pc:docMk/>
            <pc:sldMk cId="3936721459" sldId="271"/>
            <ac:picMk id="11" creationId="{29678640-CB9D-2281-43A9-F4A7BEBC571C}"/>
          </ac:picMkLst>
        </pc:picChg>
        <pc:picChg chg="del">
          <ac:chgData name="Dilan De Silva" userId="579b606d6e18a4ed" providerId="LiveId" clId="{55D98E11-54C8-4694-9916-6163FE05F5A8}" dt="2025-11-18T12:49:58.667" v="116" actId="478"/>
          <ac:picMkLst>
            <pc:docMk/>
            <pc:sldMk cId="3936721459" sldId="271"/>
            <ac:picMk id="12" creationId="{B304873F-406D-4653-CE56-B986256D04A8}"/>
          </ac:picMkLst>
        </pc:picChg>
        <pc:picChg chg="add mod">
          <ac:chgData name="Dilan De Silva" userId="579b606d6e18a4ed" providerId="LiveId" clId="{55D98E11-54C8-4694-9916-6163FE05F5A8}" dt="2025-11-18T12:53:31.808" v="143" actId="1076"/>
          <ac:picMkLst>
            <pc:docMk/>
            <pc:sldMk cId="3936721459" sldId="271"/>
            <ac:picMk id="14" creationId="{6A1A8F6A-7204-307E-3F4D-028687846424}"/>
          </ac:picMkLst>
        </pc:picChg>
        <pc:picChg chg="del mod">
          <ac:chgData name="Dilan De Silva" userId="579b606d6e18a4ed" providerId="LiveId" clId="{55D98E11-54C8-4694-9916-6163FE05F5A8}" dt="2025-11-18T12:49:57.477" v="113" actId="478"/>
          <ac:picMkLst>
            <pc:docMk/>
            <pc:sldMk cId="3936721459" sldId="271"/>
            <ac:picMk id="16" creationId="{D0077202-E117-0928-321C-D9F899C9F085}"/>
          </ac:picMkLst>
        </pc:picChg>
        <pc:picChg chg="add mod">
          <ac:chgData name="Dilan De Silva" userId="579b606d6e18a4ed" providerId="LiveId" clId="{55D98E11-54C8-4694-9916-6163FE05F5A8}" dt="2025-11-18T12:53:05.582" v="142" actId="1076"/>
          <ac:picMkLst>
            <pc:docMk/>
            <pc:sldMk cId="3936721459" sldId="271"/>
            <ac:picMk id="17" creationId="{1187DB19-34F6-5C2C-2C61-6CF67DAD8251}"/>
          </ac:picMkLst>
        </pc:picChg>
        <pc:picChg chg="add mod">
          <ac:chgData name="Dilan De Silva" userId="579b606d6e18a4ed" providerId="LiveId" clId="{55D98E11-54C8-4694-9916-6163FE05F5A8}" dt="2025-11-18T12:53:47.587" v="151" actId="1076"/>
          <ac:picMkLst>
            <pc:docMk/>
            <pc:sldMk cId="3936721459" sldId="271"/>
            <ac:picMk id="19" creationId="{CB8D3467-518A-5823-A85F-C3D46F3C4F5E}"/>
          </ac:picMkLst>
        </pc:picChg>
      </pc:sldChg>
      <pc:sldChg chg="addSp delSp modSp add mod">
        <pc:chgData name="Dilan De Silva" userId="579b606d6e18a4ed" providerId="LiveId" clId="{55D98E11-54C8-4694-9916-6163FE05F5A8}" dt="2025-11-18T12:58:41.386" v="200" actId="1076"/>
        <pc:sldMkLst>
          <pc:docMk/>
          <pc:sldMk cId="3689886638" sldId="272"/>
        </pc:sldMkLst>
        <pc:spChg chg="mod">
          <ac:chgData name="Dilan De Silva" userId="579b606d6e18a4ed" providerId="LiveId" clId="{55D98E11-54C8-4694-9916-6163FE05F5A8}" dt="2025-11-18T12:54:11.364" v="174" actId="20577"/>
          <ac:spMkLst>
            <pc:docMk/>
            <pc:sldMk cId="3689886638" sldId="272"/>
            <ac:spMk id="2" creationId="{76DD7B40-3BC6-D784-C574-7DECB63209BD}"/>
          </ac:spMkLst>
        </pc:spChg>
        <pc:picChg chg="add mod">
          <ac:chgData name="Dilan De Silva" userId="579b606d6e18a4ed" providerId="LiveId" clId="{55D98E11-54C8-4694-9916-6163FE05F5A8}" dt="2025-11-18T12:56:12.213" v="183" actId="14100"/>
          <ac:picMkLst>
            <pc:docMk/>
            <pc:sldMk cId="3689886638" sldId="272"/>
            <ac:picMk id="4" creationId="{54A2B921-A557-9DE4-3940-CBAD32198160}"/>
          </ac:picMkLst>
        </pc:picChg>
        <pc:picChg chg="del">
          <ac:chgData name="Dilan De Silva" userId="579b606d6e18a4ed" providerId="LiveId" clId="{55D98E11-54C8-4694-9916-6163FE05F5A8}" dt="2025-11-18T12:55:55.732" v="179" actId="478"/>
          <ac:picMkLst>
            <pc:docMk/>
            <pc:sldMk cId="3689886638" sldId="272"/>
            <ac:picMk id="5" creationId="{C812E3AD-434A-9139-58E2-335D4AA5F804}"/>
          </ac:picMkLst>
        </pc:picChg>
        <pc:picChg chg="add mod">
          <ac:chgData name="Dilan De Silva" userId="579b606d6e18a4ed" providerId="LiveId" clId="{55D98E11-54C8-4694-9916-6163FE05F5A8}" dt="2025-11-18T12:56:32.533" v="187" actId="14100"/>
          <ac:picMkLst>
            <pc:docMk/>
            <pc:sldMk cId="3689886638" sldId="272"/>
            <ac:picMk id="7" creationId="{E9EC54E5-6D18-9852-42DF-E1A515DD8628}"/>
          </ac:picMkLst>
        </pc:picChg>
        <pc:picChg chg="del">
          <ac:chgData name="Dilan De Silva" userId="579b606d6e18a4ed" providerId="LiveId" clId="{55D98E11-54C8-4694-9916-6163FE05F5A8}" dt="2025-11-18T12:55:56.203" v="180" actId="478"/>
          <ac:picMkLst>
            <pc:docMk/>
            <pc:sldMk cId="3689886638" sldId="272"/>
            <ac:picMk id="8" creationId="{53635035-0F36-EBC1-E1E5-3A3AD5CB2DDF}"/>
          </ac:picMkLst>
        </pc:picChg>
        <pc:picChg chg="add mod">
          <ac:chgData name="Dilan De Silva" userId="579b606d6e18a4ed" providerId="LiveId" clId="{55D98E11-54C8-4694-9916-6163FE05F5A8}" dt="2025-11-18T12:56:55.078" v="189" actId="1076"/>
          <ac:picMkLst>
            <pc:docMk/>
            <pc:sldMk cId="3689886638" sldId="272"/>
            <ac:picMk id="10" creationId="{B655EC6B-9803-26FF-9931-5A486B6158CF}"/>
          </ac:picMkLst>
        </pc:picChg>
        <pc:picChg chg="del">
          <ac:chgData name="Dilan De Silva" userId="579b606d6e18a4ed" providerId="LiveId" clId="{55D98E11-54C8-4694-9916-6163FE05F5A8}" dt="2025-11-18T12:55:53.138" v="175" actId="478"/>
          <ac:picMkLst>
            <pc:docMk/>
            <pc:sldMk cId="3689886638" sldId="272"/>
            <ac:picMk id="11" creationId="{85A4E88D-DC1D-06EA-2D3D-CED60FB72583}"/>
          </ac:picMkLst>
        </pc:picChg>
        <pc:picChg chg="add mod">
          <ac:chgData name="Dilan De Silva" userId="579b606d6e18a4ed" providerId="LiveId" clId="{55D98E11-54C8-4694-9916-6163FE05F5A8}" dt="2025-11-18T12:58:41.386" v="200" actId="1076"/>
          <ac:picMkLst>
            <pc:docMk/>
            <pc:sldMk cId="3689886638" sldId="272"/>
            <ac:picMk id="13" creationId="{98D78295-9820-8529-BE1A-2EAA869E4015}"/>
          </ac:picMkLst>
        </pc:picChg>
        <pc:picChg chg="del">
          <ac:chgData name="Dilan De Silva" userId="579b606d6e18a4ed" providerId="LiveId" clId="{55D98E11-54C8-4694-9916-6163FE05F5A8}" dt="2025-11-18T12:55:53.550" v="176" actId="478"/>
          <ac:picMkLst>
            <pc:docMk/>
            <pc:sldMk cId="3689886638" sldId="272"/>
            <ac:picMk id="14" creationId="{AF815AF2-BCE1-730F-E2B6-F4EA0089D728}"/>
          </ac:picMkLst>
        </pc:picChg>
        <pc:picChg chg="add mod">
          <ac:chgData name="Dilan De Silva" userId="579b606d6e18a4ed" providerId="LiveId" clId="{55D98E11-54C8-4694-9916-6163FE05F5A8}" dt="2025-11-18T12:58:39.163" v="199" actId="1076"/>
          <ac:picMkLst>
            <pc:docMk/>
            <pc:sldMk cId="3689886638" sldId="272"/>
            <ac:picMk id="16" creationId="{6EB31A8E-1C9E-B475-35A1-7C78106A02D1}"/>
          </ac:picMkLst>
        </pc:picChg>
        <pc:picChg chg="del">
          <ac:chgData name="Dilan De Silva" userId="579b606d6e18a4ed" providerId="LiveId" clId="{55D98E11-54C8-4694-9916-6163FE05F5A8}" dt="2025-11-18T12:55:54.315" v="177" actId="478"/>
          <ac:picMkLst>
            <pc:docMk/>
            <pc:sldMk cId="3689886638" sldId="272"/>
            <ac:picMk id="17" creationId="{D073CB17-BBF1-B092-A3B0-F8EEE8FAE2D5}"/>
          </ac:picMkLst>
        </pc:picChg>
        <pc:picChg chg="del">
          <ac:chgData name="Dilan De Silva" userId="579b606d6e18a4ed" providerId="LiveId" clId="{55D98E11-54C8-4694-9916-6163FE05F5A8}" dt="2025-11-18T12:55:55.168" v="178" actId="478"/>
          <ac:picMkLst>
            <pc:docMk/>
            <pc:sldMk cId="3689886638" sldId="272"/>
            <ac:picMk id="19" creationId="{B7AD7324-1959-327F-E202-837701BE0848}"/>
          </ac:picMkLst>
        </pc:picChg>
        <pc:picChg chg="add mod">
          <ac:chgData name="Dilan De Silva" userId="579b606d6e18a4ed" providerId="LiveId" clId="{55D98E11-54C8-4694-9916-6163FE05F5A8}" dt="2025-11-18T12:58:37.468" v="198" actId="1076"/>
          <ac:picMkLst>
            <pc:docMk/>
            <pc:sldMk cId="3689886638" sldId="272"/>
            <ac:picMk id="20" creationId="{777B34DD-5B14-B60E-365A-B41EE8261732}"/>
          </ac:picMkLst>
        </pc:picChg>
      </pc:sldChg>
      <pc:sldChg chg="addSp delSp modSp new mod">
        <pc:chgData name="Dilan De Silva" userId="579b606d6e18a4ed" providerId="LiveId" clId="{55D98E11-54C8-4694-9916-6163FE05F5A8}" dt="2025-11-18T14:49:47.609" v="413" actId="1076"/>
        <pc:sldMkLst>
          <pc:docMk/>
          <pc:sldMk cId="4139802702" sldId="273"/>
        </pc:sldMkLst>
        <pc:spChg chg="mod">
          <ac:chgData name="Dilan De Silva" userId="579b606d6e18a4ed" providerId="LiveId" clId="{55D98E11-54C8-4694-9916-6163FE05F5A8}" dt="2025-11-18T13:19:32.748" v="232" actId="14100"/>
          <ac:spMkLst>
            <pc:docMk/>
            <pc:sldMk cId="4139802702" sldId="273"/>
            <ac:spMk id="2" creationId="{5FACF89F-33D2-9EF4-EDE0-3583CF672AE6}"/>
          </ac:spMkLst>
        </pc:spChg>
        <pc:spChg chg="del">
          <ac:chgData name="Dilan De Silva" userId="579b606d6e18a4ed" providerId="LiveId" clId="{55D98E11-54C8-4694-9916-6163FE05F5A8}" dt="2025-11-18T13:02:22.942" v="215" actId="478"/>
          <ac:spMkLst>
            <pc:docMk/>
            <pc:sldMk cId="4139802702" sldId="273"/>
            <ac:spMk id="3" creationId="{4B76B8D6-F7D7-4F82-B502-815A5BA50CA6}"/>
          </ac:spMkLst>
        </pc:spChg>
        <pc:picChg chg="add del mod">
          <ac:chgData name="Dilan De Silva" userId="579b606d6e18a4ed" providerId="LiveId" clId="{55D98E11-54C8-4694-9916-6163FE05F5A8}" dt="2025-11-18T14:45:57.565" v="395" actId="478"/>
          <ac:picMkLst>
            <pc:docMk/>
            <pc:sldMk cId="4139802702" sldId="273"/>
            <ac:picMk id="5" creationId="{D3CB9B00-1E16-0CE2-6588-643FDA3F0EC1}"/>
          </ac:picMkLst>
        </pc:picChg>
        <pc:picChg chg="add del mod">
          <ac:chgData name="Dilan De Silva" userId="579b606d6e18a4ed" providerId="LiveId" clId="{55D98E11-54C8-4694-9916-6163FE05F5A8}" dt="2025-11-18T14:45:45.182" v="383" actId="478"/>
          <ac:picMkLst>
            <pc:docMk/>
            <pc:sldMk cId="4139802702" sldId="273"/>
            <ac:picMk id="7" creationId="{EAAB753E-AECE-1421-35DC-11F65E45CBAE}"/>
          </ac:picMkLst>
        </pc:picChg>
        <pc:picChg chg="add del mod">
          <ac:chgData name="Dilan De Silva" userId="579b606d6e18a4ed" providerId="LiveId" clId="{55D98E11-54C8-4694-9916-6163FE05F5A8}" dt="2025-11-18T14:45:45.640" v="384" actId="478"/>
          <ac:picMkLst>
            <pc:docMk/>
            <pc:sldMk cId="4139802702" sldId="273"/>
            <ac:picMk id="9" creationId="{0A52732E-2EE3-7122-8C1C-DA1D18B82C3A}"/>
          </ac:picMkLst>
        </pc:picChg>
        <pc:picChg chg="add del mod">
          <ac:chgData name="Dilan De Silva" userId="579b606d6e18a4ed" providerId="LiveId" clId="{55D98E11-54C8-4694-9916-6163FE05F5A8}" dt="2025-11-18T14:45:46.123" v="385" actId="478"/>
          <ac:picMkLst>
            <pc:docMk/>
            <pc:sldMk cId="4139802702" sldId="273"/>
            <ac:picMk id="11" creationId="{E4C1D59A-5DD8-B83C-DA7C-35AB9B13BAFB}"/>
          </ac:picMkLst>
        </pc:picChg>
        <pc:picChg chg="add del mod">
          <ac:chgData name="Dilan De Silva" userId="579b606d6e18a4ed" providerId="LiveId" clId="{55D98E11-54C8-4694-9916-6163FE05F5A8}" dt="2025-11-18T14:45:47.062" v="386" actId="478"/>
          <ac:picMkLst>
            <pc:docMk/>
            <pc:sldMk cId="4139802702" sldId="273"/>
            <ac:picMk id="13" creationId="{EE286DA9-DEC6-1F83-D502-B9F754214707}"/>
          </ac:picMkLst>
        </pc:picChg>
        <pc:picChg chg="add del mod">
          <ac:chgData name="Dilan De Silva" userId="579b606d6e18a4ed" providerId="LiveId" clId="{55D98E11-54C8-4694-9916-6163FE05F5A8}" dt="2025-11-18T14:45:48.550" v="388" actId="478"/>
          <ac:picMkLst>
            <pc:docMk/>
            <pc:sldMk cId="4139802702" sldId="273"/>
            <ac:picMk id="15" creationId="{65656C47-B116-4257-D1FB-B3B234FD4AA8}"/>
          </ac:picMkLst>
        </pc:picChg>
        <pc:picChg chg="add del mod">
          <ac:chgData name="Dilan De Silva" userId="579b606d6e18a4ed" providerId="LiveId" clId="{55D98E11-54C8-4694-9916-6163FE05F5A8}" dt="2025-11-18T14:45:47.999" v="387" actId="478"/>
          <ac:picMkLst>
            <pc:docMk/>
            <pc:sldMk cId="4139802702" sldId="273"/>
            <ac:picMk id="17" creationId="{6CECB23D-2CB0-BDFD-9E2C-C5BCBED1F1C9}"/>
          </ac:picMkLst>
        </pc:picChg>
        <pc:picChg chg="add mod">
          <ac:chgData name="Dilan De Silva" userId="579b606d6e18a4ed" providerId="LiveId" clId="{55D98E11-54C8-4694-9916-6163FE05F5A8}" dt="2025-11-18T14:46:52.954" v="403" actId="1076"/>
          <ac:picMkLst>
            <pc:docMk/>
            <pc:sldMk cId="4139802702" sldId="273"/>
            <ac:picMk id="19" creationId="{00CCED33-49B5-FAA6-6167-5C6ECFB76BEA}"/>
          </ac:picMkLst>
        </pc:picChg>
        <pc:picChg chg="add mod">
          <ac:chgData name="Dilan De Silva" userId="579b606d6e18a4ed" providerId="LiveId" clId="{55D98E11-54C8-4694-9916-6163FE05F5A8}" dt="2025-11-18T14:46:54.850" v="404" actId="1076"/>
          <ac:picMkLst>
            <pc:docMk/>
            <pc:sldMk cId="4139802702" sldId="273"/>
            <ac:picMk id="21" creationId="{32581F66-711F-8E1A-FB35-42A9B61D5760}"/>
          </ac:picMkLst>
        </pc:picChg>
        <pc:picChg chg="add mod">
          <ac:chgData name="Dilan De Silva" userId="579b606d6e18a4ed" providerId="LiveId" clId="{55D98E11-54C8-4694-9916-6163FE05F5A8}" dt="2025-11-18T14:46:49.046" v="402" actId="14100"/>
          <ac:picMkLst>
            <pc:docMk/>
            <pc:sldMk cId="4139802702" sldId="273"/>
            <ac:picMk id="23" creationId="{51D539E0-AEC2-9307-5BCE-3C55365181FE}"/>
          </ac:picMkLst>
        </pc:picChg>
        <pc:picChg chg="add">
          <ac:chgData name="Dilan De Silva" userId="579b606d6e18a4ed" providerId="LiveId" clId="{55D98E11-54C8-4694-9916-6163FE05F5A8}" dt="2025-11-18T14:48:13.632" v="405" actId="22"/>
          <ac:picMkLst>
            <pc:docMk/>
            <pc:sldMk cId="4139802702" sldId="273"/>
            <ac:picMk id="25" creationId="{E82160D3-55D6-69FF-14C3-C607A7EE8EEB}"/>
          </ac:picMkLst>
        </pc:picChg>
        <pc:picChg chg="add mod">
          <ac:chgData name="Dilan De Silva" userId="579b606d6e18a4ed" providerId="LiveId" clId="{55D98E11-54C8-4694-9916-6163FE05F5A8}" dt="2025-11-18T14:48:40.577" v="407" actId="1076"/>
          <ac:picMkLst>
            <pc:docMk/>
            <pc:sldMk cId="4139802702" sldId="273"/>
            <ac:picMk id="27" creationId="{37BD9F3D-3199-F7E1-693B-F84C84A2C2CF}"/>
          </ac:picMkLst>
        </pc:picChg>
        <pc:picChg chg="add mod">
          <ac:chgData name="Dilan De Silva" userId="579b606d6e18a4ed" providerId="LiveId" clId="{55D98E11-54C8-4694-9916-6163FE05F5A8}" dt="2025-11-18T14:49:26.560" v="409" actId="1076"/>
          <ac:picMkLst>
            <pc:docMk/>
            <pc:sldMk cId="4139802702" sldId="273"/>
            <ac:picMk id="29" creationId="{93EE4C4A-95EF-54CC-BB52-8B5BB1E71A56}"/>
          </ac:picMkLst>
        </pc:picChg>
        <pc:picChg chg="add mod">
          <ac:chgData name="Dilan De Silva" userId="579b606d6e18a4ed" providerId="LiveId" clId="{55D98E11-54C8-4694-9916-6163FE05F5A8}" dt="2025-11-18T14:49:47.609" v="413" actId="1076"/>
          <ac:picMkLst>
            <pc:docMk/>
            <pc:sldMk cId="4139802702" sldId="273"/>
            <ac:picMk id="31" creationId="{5700D302-264E-64B4-4030-52C82AAD27DD}"/>
          </ac:picMkLst>
        </pc:picChg>
      </pc:sldChg>
      <pc:sldChg chg="addSp delSp modSp add mod">
        <pc:chgData name="Dilan De Silva" userId="579b606d6e18a4ed" providerId="LiveId" clId="{55D98E11-54C8-4694-9916-6163FE05F5A8}" dt="2025-11-18T15:03:48.600" v="449" actId="1076"/>
        <pc:sldMkLst>
          <pc:docMk/>
          <pc:sldMk cId="3294159094" sldId="274"/>
        </pc:sldMkLst>
        <pc:spChg chg="mod">
          <ac:chgData name="Dilan De Silva" userId="579b606d6e18a4ed" providerId="LiveId" clId="{55D98E11-54C8-4694-9916-6163FE05F5A8}" dt="2025-11-18T14:59:31.113" v="416" actId="20577"/>
          <ac:spMkLst>
            <pc:docMk/>
            <pc:sldMk cId="3294159094" sldId="274"/>
            <ac:spMk id="2" creationId="{262CDD4C-6FC6-76B9-4382-9C4718F679B8}"/>
          </ac:spMkLst>
        </pc:spChg>
        <pc:picChg chg="add mod">
          <ac:chgData name="Dilan De Silva" userId="579b606d6e18a4ed" providerId="LiveId" clId="{55D98E11-54C8-4694-9916-6163FE05F5A8}" dt="2025-11-18T15:00:21.329" v="437" actId="1076"/>
          <ac:picMkLst>
            <pc:docMk/>
            <pc:sldMk cId="3294159094" sldId="274"/>
            <ac:picMk id="4" creationId="{E9F50768-6799-4A54-63B2-C5691E3EB269}"/>
          </ac:picMkLst>
        </pc:picChg>
        <pc:picChg chg="add mod">
          <ac:chgData name="Dilan De Silva" userId="579b606d6e18a4ed" providerId="LiveId" clId="{55D98E11-54C8-4694-9916-6163FE05F5A8}" dt="2025-11-18T15:00:16.380" v="433" actId="1076"/>
          <ac:picMkLst>
            <pc:docMk/>
            <pc:sldMk cId="3294159094" sldId="274"/>
            <ac:picMk id="6" creationId="{9119BECF-185E-D7BE-C577-82F97E8525A5}"/>
          </ac:picMkLst>
        </pc:picChg>
        <pc:picChg chg="add mod">
          <ac:chgData name="Dilan De Silva" userId="579b606d6e18a4ed" providerId="LiveId" clId="{55D98E11-54C8-4694-9916-6163FE05F5A8}" dt="2025-11-18T15:00:51.091" v="440" actId="14100"/>
          <ac:picMkLst>
            <pc:docMk/>
            <pc:sldMk cId="3294159094" sldId="274"/>
            <ac:picMk id="8" creationId="{ECE6AE80-3F19-CCC6-F0AC-C01D860B7D0B}"/>
          </ac:picMkLst>
        </pc:picChg>
        <pc:picChg chg="add">
          <ac:chgData name="Dilan De Silva" userId="579b606d6e18a4ed" providerId="LiveId" clId="{55D98E11-54C8-4694-9916-6163FE05F5A8}" dt="2025-11-18T15:02:13.665" v="441" actId="22"/>
          <ac:picMkLst>
            <pc:docMk/>
            <pc:sldMk cId="3294159094" sldId="274"/>
            <ac:picMk id="10" creationId="{79823171-E320-AE26-F2B8-17716067C339}"/>
          </ac:picMkLst>
        </pc:picChg>
        <pc:picChg chg="add del mod">
          <ac:chgData name="Dilan De Silva" userId="579b606d6e18a4ed" providerId="LiveId" clId="{55D98E11-54C8-4694-9916-6163FE05F5A8}" dt="2025-11-18T15:03:06.402" v="444" actId="478"/>
          <ac:picMkLst>
            <pc:docMk/>
            <pc:sldMk cId="3294159094" sldId="274"/>
            <ac:picMk id="12" creationId="{6697C6AE-E6FD-913D-EF2C-9B0976CA3332}"/>
          </ac:picMkLst>
        </pc:picChg>
        <pc:picChg chg="add mod">
          <ac:chgData name="Dilan De Silva" userId="579b606d6e18a4ed" providerId="LiveId" clId="{55D98E11-54C8-4694-9916-6163FE05F5A8}" dt="2025-11-18T15:03:48.600" v="449" actId="1076"/>
          <ac:picMkLst>
            <pc:docMk/>
            <pc:sldMk cId="3294159094" sldId="274"/>
            <ac:picMk id="14" creationId="{4587CB42-F6A0-D31A-9C89-276867F34375}"/>
          </ac:picMkLst>
        </pc:picChg>
        <pc:picChg chg="add mod">
          <ac:chgData name="Dilan De Silva" userId="579b606d6e18a4ed" providerId="LiveId" clId="{55D98E11-54C8-4694-9916-6163FE05F5A8}" dt="2025-11-18T15:03:45.842" v="448" actId="1076"/>
          <ac:picMkLst>
            <pc:docMk/>
            <pc:sldMk cId="3294159094" sldId="274"/>
            <ac:picMk id="16" creationId="{75634E41-B956-EDEB-DC8A-ED777FB17081}"/>
          </ac:picMkLst>
        </pc:picChg>
        <pc:picChg chg="del">
          <ac:chgData name="Dilan De Silva" userId="579b606d6e18a4ed" providerId="LiveId" clId="{55D98E11-54C8-4694-9916-6163FE05F5A8}" dt="2025-11-18T14:59:34.308" v="418" actId="478"/>
          <ac:picMkLst>
            <pc:docMk/>
            <pc:sldMk cId="3294159094" sldId="274"/>
            <ac:picMk id="19" creationId="{DF571372-089D-AEF4-A7AA-EC64134F36D9}"/>
          </ac:picMkLst>
        </pc:picChg>
        <pc:picChg chg="del mod">
          <ac:chgData name="Dilan De Silva" userId="579b606d6e18a4ed" providerId="LiveId" clId="{55D98E11-54C8-4694-9916-6163FE05F5A8}" dt="2025-11-18T14:59:34.736" v="420" actId="478"/>
          <ac:picMkLst>
            <pc:docMk/>
            <pc:sldMk cId="3294159094" sldId="274"/>
            <ac:picMk id="21" creationId="{D80647B7-9FB0-1450-FA2F-6568D8680792}"/>
          </ac:picMkLst>
        </pc:picChg>
        <pc:picChg chg="del">
          <ac:chgData name="Dilan De Silva" userId="579b606d6e18a4ed" providerId="LiveId" clId="{55D98E11-54C8-4694-9916-6163FE05F5A8}" dt="2025-11-18T14:59:33.731" v="417" actId="478"/>
          <ac:picMkLst>
            <pc:docMk/>
            <pc:sldMk cId="3294159094" sldId="274"/>
            <ac:picMk id="23" creationId="{2916BF68-85A9-6F80-24AD-4BB7CE00C6B7}"/>
          </ac:picMkLst>
        </pc:picChg>
        <pc:picChg chg="del">
          <ac:chgData name="Dilan De Silva" userId="579b606d6e18a4ed" providerId="LiveId" clId="{55D98E11-54C8-4694-9916-6163FE05F5A8}" dt="2025-11-18T14:59:36.278" v="422" actId="478"/>
          <ac:picMkLst>
            <pc:docMk/>
            <pc:sldMk cId="3294159094" sldId="274"/>
            <ac:picMk id="25" creationId="{78FDC2E0-C919-8A7E-A947-B61F8D53B067}"/>
          </ac:picMkLst>
        </pc:picChg>
        <pc:picChg chg="del mod">
          <ac:chgData name="Dilan De Silva" userId="579b606d6e18a4ed" providerId="LiveId" clId="{55D98E11-54C8-4694-9916-6163FE05F5A8}" dt="2025-11-18T14:59:37.168" v="423" actId="478"/>
          <ac:picMkLst>
            <pc:docMk/>
            <pc:sldMk cId="3294159094" sldId="274"/>
            <ac:picMk id="27" creationId="{93875918-126F-043B-B311-A91F9BE585F1}"/>
          </ac:picMkLst>
        </pc:picChg>
        <pc:picChg chg="del">
          <ac:chgData name="Dilan De Silva" userId="579b606d6e18a4ed" providerId="LiveId" clId="{55D98E11-54C8-4694-9916-6163FE05F5A8}" dt="2025-11-18T14:59:37.751" v="424" actId="478"/>
          <ac:picMkLst>
            <pc:docMk/>
            <pc:sldMk cId="3294159094" sldId="274"/>
            <ac:picMk id="29" creationId="{D52AAD4D-C3E0-13B3-ACCC-30B0C623FF57}"/>
          </ac:picMkLst>
        </pc:picChg>
        <pc:picChg chg="del">
          <ac:chgData name="Dilan De Silva" userId="579b606d6e18a4ed" providerId="LiveId" clId="{55D98E11-54C8-4694-9916-6163FE05F5A8}" dt="2025-11-18T14:59:38.225" v="425" actId="478"/>
          <ac:picMkLst>
            <pc:docMk/>
            <pc:sldMk cId="3294159094" sldId="274"/>
            <ac:picMk id="31" creationId="{B22CEC20-3A62-0924-84B4-24077A5169DA}"/>
          </ac:picMkLst>
        </pc:picChg>
      </pc:sldChg>
      <pc:sldChg chg="addSp delSp modSp add del mod">
        <pc:chgData name="Dilan De Silva" userId="579b606d6e18a4ed" providerId="LiveId" clId="{55D98E11-54C8-4694-9916-6163FE05F5A8}" dt="2025-11-18T14:45:34.903" v="381" actId="47"/>
        <pc:sldMkLst>
          <pc:docMk/>
          <pc:sldMk cId="3400616727" sldId="274"/>
        </pc:sldMkLst>
        <pc:spChg chg="mod">
          <ac:chgData name="Dilan De Silva" userId="579b606d6e18a4ed" providerId="LiveId" clId="{55D98E11-54C8-4694-9916-6163FE05F5A8}" dt="2025-11-18T13:21:51.515" v="255" actId="20577"/>
          <ac:spMkLst>
            <pc:docMk/>
            <pc:sldMk cId="3400616727" sldId="274"/>
            <ac:spMk id="2" creationId="{13DF482B-3A5C-F31E-1FFF-08A84F3CA5E4}"/>
          </ac:spMkLst>
        </pc:spChg>
        <pc:picChg chg="add mod">
          <ac:chgData name="Dilan De Silva" userId="579b606d6e18a4ed" providerId="LiveId" clId="{55D98E11-54C8-4694-9916-6163FE05F5A8}" dt="2025-11-18T13:34:04.169" v="271" actId="14100"/>
          <ac:picMkLst>
            <pc:docMk/>
            <pc:sldMk cId="3400616727" sldId="274"/>
            <ac:picMk id="4" creationId="{1DA65ED0-9B97-16BD-3E90-11AE86C37285}"/>
          </ac:picMkLst>
        </pc:picChg>
        <pc:picChg chg="del">
          <ac:chgData name="Dilan De Silva" userId="579b606d6e18a4ed" providerId="LiveId" clId="{55D98E11-54C8-4694-9916-6163FE05F5A8}" dt="2025-11-18T13:33:04.116" v="261" actId="478"/>
          <ac:picMkLst>
            <pc:docMk/>
            <pc:sldMk cId="3400616727" sldId="274"/>
            <ac:picMk id="5" creationId="{27D9AE12-B91B-A31F-07E8-432592BD9392}"/>
          </ac:picMkLst>
        </pc:picChg>
        <pc:picChg chg="del mod">
          <ac:chgData name="Dilan De Silva" userId="579b606d6e18a4ed" providerId="LiveId" clId="{55D98E11-54C8-4694-9916-6163FE05F5A8}" dt="2025-11-18T13:25:26.863" v="260" actId="478"/>
          <ac:picMkLst>
            <pc:docMk/>
            <pc:sldMk cId="3400616727" sldId="274"/>
            <ac:picMk id="7" creationId="{5664E1F3-176B-295F-34F5-E3CCDC4ED2F7}"/>
          </ac:picMkLst>
        </pc:picChg>
        <pc:picChg chg="add mod">
          <ac:chgData name="Dilan De Silva" userId="579b606d6e18a4ed" providerId="LiveId" clId="{55D98E11-54C8-4694-9916-6163FE05F5A8}" dt="2025-11-18T13:34:01.824" v="270" actId="1076"/>
          <ac:picMkLst>
            <pc:docMk/>
            <pc:sldMk cId="3400616727" sldId="274"/>
            <ac:picMk id="8" creationId="{C76D2F67-EBE2-FEE3-89A6-2480B852CD89}"/>
          </ac:picMkLst>
        </pc:picChg>
        <pc:picChg chg="del">
          <ac:chgData name="Dilan De Silva" userId="579b606d6e18a4ed" providerId="LiveId" clId="{55D98E11-54C8-4694-9916-6163FE05F5A8}" dt="2025-11-18T13:25:26.404" v="258" actId="478"/>
          <ac:picMkLst>
            <pc:docMk/>
            <pc:sldMk cId="3400616727" sldId="274"/>
            <ac:picMk id="9" creationId="{342F7655-C310-3904-6B72-A42169140367}"/>
          </ac:picMkLst>
        </pc:picChg>
        <pc:picChg chg="del">
          <ac:chgData name="Dilan De Silva" userId="579b606d6e18a4ed" providerId="LiveId" clId="{55D98E11-54C8-4694-9916-6163FE05F5A8}" dt="2025-11-18T13:25:24.531" v="256" actId="478"/>
          <ac:picMkLst>
            <pc:docMk/>
            <pc:sldMk cId="3400616727" sldId="274"/>
            <ac:picMk id="11" creationId="{97E2137B-0967-56AF-9501-980A6C3DED09}"/>
          </ac:picMkLst>
        </pc:picChg>
        <pc:picChg chg="add mod">
          <ac:chgData name="Dilan De Silva" userId="579b606d6e18a4ed" providerId="LiveId" clId="{55D98E11-54C8-4694-9916-6163FE05F5A8}" dt="2025-11-18T13:36:41.504" v="283" actId="1076"/>
          <ac:picMkLst>
            <pc:docMk/>
            <pc:sldMk cId="3400616727" sldId="274"/>
            <ac:picMk id="12" creationId="{C75EADFF-93E6-3BBC-4C31-3BE39431DD22}"/>
          </ac:picMkLst>
        </pc:picChg>
        <pc:picChg chg="del">
          <ac:chgData name="Dilan De Silva" userId="579b606d6e18a4ed" providerId="LiveId" clId="{55D98E11-54C8-4694-9916-6163FE05F5A8}" dt="2025-11-18T13:25:25.098" v="257" actId="478"/>
          <ac:picMkLst>
            <pc:docMk/>
            <pc:sldMk cId="3400616727" sldId="274"/>
            <ac:picMk id="13" creationId="{2B9E53B5-35F6-5EFB-7047-0E615A726A20}"/>
          </ac:picMkLst>
        </pc:picChg>
        <pc:picChg chg="del">
          <ac:chgData name="Dilan De Silva" userId="579b606d6e18a4ed" providerId="LiveId" clId="{55D98E11-54C8-4694-9916-6163FE05F5A8}" dt="2025-11-18T13:33:04.504" v="262" actId="478"/>
          <ac:picMkLst>
            <pc:docMk/>
            <pc:sldMk cId="3400616727" sldId="274"/>
            <ac:picMk id="15" creationId="{32BB8C26-265C-4FFD-6917-A67EBBFF706A}"/>
          </ac:picMkLst>
        </pc:picChg>
        <pc:picChg chg="add mod">
          <ac:chgData name="Dilan De Silva" userId="579b606d6e18a4ed" providerId="LiveId" clId="{55D98E11-54C8-4694-9916-6163FE05F5A8}" dt="2025-11-18T13:36:42.888" v="284" actId="1076"/>
          <ac:picMkLst>
            <pc:docMk/>
            <pc:sldMk cId="3400616727" sldId="274"/>
            <ac:picMk id="16" creationId="{0EA9B78C-99B3-B033-CC8D-F01932BDAF21}"/>
          </ac:picMkLst>
        </pc:picChg>
        <pc:picChg chg="del">
          <ac:chgData name="Dilan De Silva" userId="579b606d6e18a4ed" providerId="LiveId" clId="{55D98E11-54C8-4694-9916-6163FE05F5A8}" dt="2025-11-18T13:33:05.171" v="263" actId="478"/>
          <ac:picMkLst>
            <pc:docMk/>
            <pc:sldMk cId="3400616727" sldId="274"/>
            <ac:picMk id="17" creationId="{C67FD9C1-6E61-942F-F8B5-5EA6AF1D7C06}"/>
          </ac:picMkLst>
        </pc:picChg>
        <pc:picChg chg="add mod">
          <ac:chgData name="Dilan De Silva" userId="579b606d6e18a4ed" providerId="LiveId" clId="{55D98E11-54C8-4694-9916-6163FE05F5A8}" dt="2025-11-18T13:36:45.030" v="285" actId="1076"/>
          <ac:picMkLst>
            <pc:docMk/>
            <pc:sldMk cId="3400616727" sldId="274"/>
            <ac:picMk id="19" creationId="{27ACD590-6038-3350-26E2-68C0ADA2C3C9}"/>
          </ac:picMkLst>
        </pc:picChg>
        <pc:picChg chg="add mod">
          <ac:chgData name="Dilan De Silva" userId="579b606d6e18a4ed" providerId="LiveId" clId="{55D98E11-54C8-4694-9916-6163FE05F5A8}" dt="2025-11-18T13:37:45.449" v="290" actId="1076"/>
          <ac:picMkLst>
            <pc:docMk/>
            <pc:sldMk cId="3400616727" sldId="274"/>
            <ac:picMk id="21" creationId="{A2A7FE2A-36ED-6BAF-32E7-148630F219EB}"/>
          </ac:picMkLst>
        </pc:picChg>
      </pc:sldChg>
      <pc:sldChg chg="addSp delSp modSp add mod">
        <pc:chgData name="Dilan De Silva" userId="579b606d6e18a4ed" providerId="LiveId" clId="{55D98E11-54C8-4694-9916-6163FE05F5A8}" dt="2025-11-18T15:11:50.510" v="476" actId="1076"/>
        <pc:sldMkLst>
          <pc:docMk/>
          <pc:sldMk cId="56286589" sldId="275"/>
        </pc:sldMkLst>
        <pc:spChg chg="mod">
          <ac:chgData name="Dilan De Silva" userId="579b606d6e18a4ed" providerId="LiveId" clId="{55D98E11-54C8-4694-9916-6163FE05F5A8}" dt="2025-11-18T15:07:53.789" v="452" actId="20577"/>
          <ac:spMkLst>
            <pc:docMk/>
            <pc:sldMk cId="56286589" sldId="275"/>
            <ac:spMk id="2" creationId="{5FBE89E3-D607-20A6-052B-6B9FA1840448}"/>
          </ac:spMkLst>
        </pc:spChg>
        <pc:picChg chg="del mod">
          <ac:chgData name="Dilan De Silva" userId="579b606d6e18a4ed" providerId="LiveId" clId="{55D98E11-54C8-4694-9916-6163FE05F5A8}" dt="2025-11-18T15:10:00.677" v="463" actId="478"/>
          <ac:picMkLst>
            <pc:docMk/>
            <pc:sldMk cId="56286589" sldId="275"/>
            <ac:picMk id="4" creationId="{33BF319E-D752-0627-5BA8-5D2814137C1C}"/>
          </ac:picMkLst>
        </pc:picChg>
        <pc:picChg chg="add mod">
          <ac:chgData name="Dilan De Silva" userId="579b606d6e18a4ed" providerId="LiveId" clId="{55D98E11-54C8-4694-9916-6163FE05F5A8}" dt="2025-11-18T15:09:39.711" v="460" actId="1076"/>
          <ac:picMkLst>
            <pc:docMk/>
            <pc:sldMk cId="56286589" sldId="275"/>
            <ac:picMk id="5" creationId="{354426C8-CA7F-B716-6ED4-DA78D16685A5}"/>
          </ac:picMkLst>
        </pc:picChg>
        <pc:picChg chg="del mod">
          <ac:chgData name="Dilan De Silva" userId="579b606d6e18a4ed" providerId="LiveId" clId="{55D98E11-54C8-4694-9916-6163FE05F5A8}" dt="2025-11-18T15:10:16.292" v="468" actId="478"/>
          <ac:picMkLst>
            <pc:docMk/>
            <pc:sldMk cId="56286589" sldId="275"/>
            <ac:picMk id="6" creationId="{0453F973-2509-8A0E-2649-7D4C344E8E25}"/>
          </ac:picMkLst>
        </pc:picChg>
        <pc:picChg chg="del">
          <ac:chgData name="Dilan De Silva" userId="579b606d6e18a4ed" providerId="LiveId" clId="{55D98E11-54C8-4694-9916-6163FE05F5A8}" dt="2025-11-18T15:07:55.781" v="453" actId="478"/>
          <ac:picMkLst>
            <pc:docMk/>
            <pc:sldMk cId="56286589" sldId="275"/>
            <ac:picMk id="8" creationId="{244E2CA5-187E-0830-C0A7-B169AB3414EC}"/>
          </ac:picMkLst>
        </pc:picChg>
        <pc:picChg chg="add mod">
          <ac:chgData name="Dilan De Silva" userId="579b606d6e18a4ed" providerId="LiveId" clId="{55D98E11-54C8-4694-9916-6163FE05F5A8}" dt="2025-11-18T15:10:38.790" v="472" actId="14100"/>
          <ac:picMkLst>
            <pc:docMk/>
            <pc:sldMk cId="56286589" sldId="275"/>
            <ac:picMk id="9" creationId="{3A10A73E-7DE7-E133-19DF-BE8FCDAF3130}"/>
          </ac:picMkLst>
        </pc:picChg>
        <pc:picChg chg="del">
          <ac:chgData name="Dilan De Silva" userId="579b606d6e18a4ed" providerId="LiveId" clId="{55D98E11-54C8-4694-9916-6163FE05F5A8}" dt="2025-11-18T15:07:58.408" v="454" actId="478"/>
          <ac:picMkLst>
            <pc:docMk/>
            <pc:sldMk cId="56286589" sldId="275"/>
            <ac:picMk id="10" creationId="{525BF96E-AFF9-6CC5-0A74-DFE506627C16}"/>
          </ac:picMkLst>
        </pc:picChg>
        <pc:picChg chg="add mod">
          <ac:chgData name="Dilan De Silva" userId="579b606d6e18a4ed" providerId="LiveId" clId="{55D98E11-54C8-4694-9916-6163FE05F5A8}" dt="2025-11-18T15:10:40.708" v="473" actId="14100"/>
          <ac:picMkLst>
            <pc:docMk/>
            <pc:sldMk cId="56286589" sldId="275"/>
            <ac:picMk id="12" creationId="{2ACB8EC5-F22B-E91B-789D-B1A7EE770F43}"/>
          </ac:picMkLst>
        </pc:picChg>
        <pc:picChg chg="del">
          <ac:chgData name="Dilan De Silva" userId="579b606d6e18a4ed" providerId="LiveId" clId="{55D98E11-54C8-4694-9916-6163FE05F5A8}" dt="2025-11-18T15:07:58.728" v="455" actId="478"/>
          <ac:picMkLst>
            <pc:docMk/>
            <pc:sldMk cId="56286589" sldId="275"/>
            <ac:picMk id="14" creationId="{FA320303-85A9-8142-E5F9-0365A3EB37E2}"/>
          </ac:picMkLst>
        </pc:picChg>
        <pc:picChg chg="add">
          <ac:chgData name="Dilan De Silva" userId="579b606d6e18a4ed" providerId="LiveId" clId="{55D98E11-54C8-4694-9916-6163FE05F5A8}" dt="2025-11-18T15:11:20.303" v="474" actId="22"/>
          <ac:picMkLst>
            <pc:docMk/>
            <pc:sldMk cId="56286589" sldId="275"/>
            <ac:picMk id="15" creationId="{C384A4D8-1E66-2666-636D-37B93779702C}"/>
          </ac:picMkLst>
        </pc:picChg>
        <pc:picChg chg="del mod">
          <ac:chgData name="Dilan De Silva" userId="579b606d6e18a4ed" providerId="LiveId" clId="{55D98E11-54C8-4694-9916-6163FE05F5A8}" dt="2025-11-18T15:07:59.438" v="457" actId="478"/>
          <ac:picMkLst>
            <pc:docMk/>
            <pc:sldMk cId="56286589" sldId="275"/>
            <ac:picMk id="16" creationId="{CA07565E-EDF7-4F21-2265-8B6F2EDC2B63}"/>
          </ac:picMkLst>
        </pc:picChg>
        <pc:picChg chg="add mod">
          <ac:chgData name="Dilan De Silva" userId="579b606d6e18a4ed" providerId="LiveId" clId="{55D98E11-54C8-4694-9916-6163FE05F5A8}" dt="2025-11-18T15:11:50.510" v="476" actId="1076"/>
          <ac:picMkLst>
            <pc:docMk/>
            <pc:sldMk cId="56286589" sldId="275"/>
            <ac:picMk id="18" creationId="{3042E0C0-52F6-E26F-9AA2-924F04627D55}"/>
          </ac:picMkLst>
        </pc:picChg>
      </pc:sldChg>
      <pc:sldChg chg="addSp delSp modSp add del mod">
        <pc:chgData name="Dilan De Silva" userId="579b606d6e18a4ed" providerId="LiveId" clId="{55D98E11-54C8-4694-9916-6163FE05F5A8}" dt="2025-11-18T14:45:18.467" v="377" actId="47"/>
        <pc:sldMkLst>
          <pc:docMk/>
          <pc:sldMk cId="1137419255" sldId="275"/>
        </pc:sldMkLst>
        <pc:spChg chg="mod">
          <ac:chgData name="Dilan De Silva" userId="579b606d6e18a4ed" providerId="LiveId" clId="{55D98E11-54C8-4694-9916-6163FE05F5A8}" dt="2025-11-18T13:38:14.479" v="293" actId="20577"/>
          <ac:spMkLst>
            <pc:docMk/>
            <pc:sldMk cId="1137419255" sldId="275"/>
            <ac:spMk id="2" creationId="{60D486AD-39A8-74F8-2956-49DF304B40F2}"/>
          </ac:spMkLst>
        </pc:spChg>
        <pc:picChg chg="del">
          <ac:chgData name="Dilan De Silva" userId="579b606d6e18a4ed" providerId="LiveId" clId="{55D98E11-54C8-4694-9916-6163FE05F5A8}" dt="2025-11-18T13:38:17.408" v="294" actId="478"/>
          <ac:picMkLst>
            <pc:docMk/>
            <pc:sldMk cId="1137419255" sldId="275"/>
            <ac:picMk id="4" creationId="{644B961F-960D-442D-CA9F-8D730B02C2C0}"/>
          </ac:picMkLst>
        </pc:picChg>
        <pc:picChg chg="add mod">
          <ac:chgData name="Dilan De Silva" userId="579b606d6e18a4ed" providerId="LiveId" clId="{55D98E11-54C8-4694-9916-6163FE05F5A8}" dt="2025-11-18T13:42:13.405" v="305" actId="14100"/>
          <ac:picMkLst>
            <pc:docMk/>
            <pc:sldMk cId="1137419255" sldId="275"/>
            <ac:picMk id="5" creationId="{A7D5A21F-0FED-18FF-475B-A0830780355B}"/>
          </ac:picMkLst>
        </pc:picChg>
        <pc:picChg chg="add mod">
          <ac:chgData name="Dilan De Silva" userId="579b606d6e18a4ed" providerId="LiveId" clId="{55D98E11-54C8-4694-9916-6163FE05F5A8}" dt="2025-11-18T13:42:31.889" v="309" actId="1076"/>
          <ac:picMkLst>
            <pc:docMk/>
            <pc:sldMk cId="1137419255" sldId="275"/>
            <ac:picMk id="7" creationId="{6B806B24-58AE-D68C-92B1-B5954A6E4BFE}"/>
          </ac:picMkLst>
        </pc:picChg>
        <pc:picChg chg="del">
          <ac:chgData name="Dilan De Silva" userId="579b606d6e18a4ed" providerId="LiveId" clId="{55D98E11-54C8-4694-9916-6163FE05F5A8}" dt="2025-11-18T13:38:18.001" v="295" actId="478"/>
          <ac:picMkLst>
            <pc:docMk/>
            <pc:sldMk cId="1137419255" sldId="275"/>
            <ac:picMk id="8" creationId="{D09C1980-0ED7-6F60-C699-CF334BAE3715}"/>
          </ac:picMkLst>
        </pc:picChg>
        <pc:picChg chg="add mod">
          <ac:chgData name="Dilan De Silva" userId="579b606d6e18a4ed" providerId="LiveId" clId="{55D98E11-54C8-4694-9916-6163FE05F5A8}" dt="2025-11-18T13:42:55.612" v="313" actId="1076"/>
          <ac:picMkLst>
            <pc:docMk/>
            <pc:sldMk cId="1137419255" sldId="275"/>
            <ac:picMk id="10" creationId="{62EAF89A-7790-BDA2-79D2-3C2366F2CE72}"/>
          </ac:picMkLst>
        </pc:picChg>
        <pc:picChg chg="del">
          <ac:chgData name="Dilan De Silva" userId="579b606d6e18a4ed" providerId="LiveId" clId="{55D98E11-54C8-4694-9916-6163FE05F5A8}" dt="2025-11-18T13:38:18.405" v="296" actId="478"/>
          <ac:picMkLst>
            <pc:docMk/>
            <pc:sldMk cId="1137419255" sldId="275"/>
            <ac:picMk id="12" creationId="{78D421F0-7E48-BAFF-12A4-006CFF9FB64B}"/>
          </ac:picMkLst>
        </pc:picChg>
        <pc:picChg chg="add mod">
          <ac:chgData name="Dilan De Silva" userId="579b606d6e18a4ed" providerId="LiveId" clId="{55D98E11-54C8-4694-9916-6163FE05F5A8}" dt="2025-11-18T13:44:19.779" v="321" actId="1076"/>
          <ac:picMkLst>
            <pc:docMk/>
            <pc:sldMk cId="1137419255" sldId="275"/>
            <ac:picMk id="13" creationId="{F86D7D82-5193-9C37-8ADE-D2A8EF410F8A}"/>
          </ac:picMkLst>
        </pc:picChg>
        <pc:picChg chg="add mod modCrop">
          <ac:chgData name="Dilan De Silva" userId="579b606d6e18a4ed" providerId="LiveId" clId="{55D98E11-54C8-4694-9916-6163FE05F5A8}" dt="2025-11-18T13:44:18.230" v="320" actId="1076"/>
          <ac:picMkLst>
            <pc:docMk/>
            <pc:sldMk cId="1137419255" sldId="275"/>
            <ac:picMk id="15" creationId="{58A8F708-1404-85BF-8554-2B310FE5620F}"/>
          </ac:picMkLst>
        </pc:picChg>
        <pc:picChg chg="del">
          <ac:chgData name="Dilan De Silva" userId="579b606d6e18a4ed" providerId="LiveId" clId="{55D98E11-54C8-4694-9916-6163FE05F5A8}" dt="2025-11-18T13:38:19.576" v="297" actId="478"/>
          <ac:picMkLst>
            <pc:docMk/>
            <pc:sldMk cId="1137419255" sldId="275"/>
            <ac:picMk id="16" creationId="{8C590D16-42AC-98C5-39F8-7C63AA25D0A7}"/>
          </ac:picMkLst>
        </pc:picChg>
        <pc:picChg chg="del mod">
          <ac:chgData name="Dilan De Silva" userId="579b606d6e18a4ed" providerId="LiveId" clId="{55D98E11-54C8-4694-9916-6163FE05F5A8}" dt="2025-11-18T13:38:20.499" v="299" actId="478"/>
          <ac:picMkLst>
            <pc:docMk/>
            <pc:sldMk cId="1137419255" sldId="275"/>
            <ac:picMk id="19" creationId="{0E33D871-CF9B-0E5A-983F-11BE4CCCF27A}"/>
          </ac:picMkLst>
        </pc:picChg>
        <pc:picChg chg="del mod">
          <ac:chgData name="Dilan De Silva" userId="579b606d6e18a4ed" providerId="LiveId" clId="{55D98E11-54C8-4694-9916-6163FE05F5A8}" dt="2025-11-18T13:38:21.467" v="301" actId="478"/>
          <ac:picMkLst>
            <pc:docMk/>
            <pc:sldMk cId="1137419255" sldId="275"/>
            <ac:picMk id="21" creationId="{995B9864-C810-4DC6-AB8F-AA9F01F20A3E}"/>
          </ac:picMkLst>
        </pc:picChg>
      </pc:sldChg>
      <pc:sldChg chg="addSp delSp modSp add del mod">
        <pc:chgData name="Dilan De Silva" userId="579b606d6e18a4ed" providerId="LiveId" clId="{55D98E11-54C8-4694-9916-6163FE05F5A8}" dt="2025-11-18T14:45:19.922" v="378" actId="47"/>
        <pc:sldMkLst>
          <pc:docMk/>
          <pc:sldMk cId="30245650" sldId="276"/>
        </pc:sldMkLst>
        <pc:spChg chg="mod">
          <ac:chgData name="Dilan De Silva" userId="579b606d6e18a4ed" providerId="LiveId" clId="{55D98E11-54C8-4694-9916-6163FE05F5A8}" dt="2025-11-18T13:47:36.325" v="324" actId="20577"/>
          <ac:spMkLst>
            <pc:docMk/>
            <pc:sldMk cId="30245650" sldId="276"/>
            <ac:spMk id="2" creationId="{512051E6-A6D3-9D2E-795C-1C0CC7AE922D}"/>
          </ac:spMkLst>
        </pc:spChg>
        <pc:picChg chg="add mod">
          <ac:chgData name="Dilan De Silva" userId="579b606d6e18a4ed" providerId="LiveId" clId="{55D98E11-54C8-4694-9916-6163FE05F5A8}" dt="2025-11-18T13:47:43.774" v="329" actId="14100"/>
          <ac:picMkLst>
            <pc:docMk/>
            <pc:sldMk cId="30245650" sldId="276"/>
            <ac:picMk id="4" creationId="{B47AECAD-F98D-7C3A-DFA7-1BF4A0B43F10}"/>
          </ac:picMkLst>
        </pc:picChg>
        <pc:picChg chg="del">
          <ac:chgData name="Dilan De Silva" userId="579b606d6e18a4ed" providerId="LiveId" clId="{55D98E11-54C8-4694-9916-6163FE05F5A8}" dt="2025-11-18T13:47:37.910" v="325" actId="478"/>
          <ac:picMkLst>
            <pc:docMk/>
            <pc:sldMk cId="30245650" sldId="276"/>
            <ac:picMk id="5" creationId="{90B9B432-17DD-DADB-B759-69EA70AD8B32}"/>
          </ac:picMkLst>
        </pc:picChg>
        <pc:picChg chg="del">
          <ac:chgData name="Dilan De Silva" userId="579b606d6e18a4ed" providerId="LiveId" clId="{55D98E11-54C8-4694-9916-6163FE05F5A8}" dt="2025-11-18T13:47:38.279" v="326" actId="478"/>
          <ac:picMkLst>
            <pc:docMk/>
            <pc:sldMk cId="30245650" sldId="276"/>
            <ac:picMk id="7" creationId="{EC4C0367-030A-E5A7-16EB-F12750DE5B10}"/>
          </ac:picMkLst>
        </pc:picChg>
        <pc:picChg chg="add mod">
          <ac:chgData name="Dilan De Silva" userId="579b606d6e18a4ed" providerId="LiveId" clId="{55D98E11-54C8-4694-9916-6163FE05F5A8}" dt="2025-11-18T13:48:07.300" v="334" actId="14100"/>
          <ac:picMkLst>
            <pc:docMk/>
            <pc:sldMk cId="30245650" sldId="276"/>
            <ac:picMk id="8" creationId="{2A6AD7A5-557E-320A-7B2D-C60D1CD1F360}"/>
          </ac:picMkLst>
        </pc:picChg>
        <pc:picChg chg="add mod">
          <ac:chgData name="Dilan De Silva" userId="579b606d6e18a4ed" providerId="LiveId" clId="{55D98E11-54C8-4694-9916-6163FE05F5A8}" dt="2025-11-18T13:49:24.331" v="338" actId="1076"/>
          <ac:picMkLst>
            <pc:docMk/>
            <pc:sldMk cId="30245650" sldId="276"/>
            <ac:picMk id="11" creationId="{6FEF2022-BE9B-4355-901B-8E256D14CBE2}"/>
          </ac:picMkLst>
        </pc:picChg>
        <pc:picChg chg="del">
          <ac:chgData name="Dilan De Silva" userId="579b606d6e18a4ed" providerId="LiveId" clId="{55D98E11-54C8-4694-9916-6163FE05F5A8}" dt="2025-11-18T13:48:30.541" v="335" actId="478"/>
          <ac:picMkLst>
            <pc:docMk/>
            <pc:sldMk cId="30245650" sldId="276"/>
            <ac:picMk id="13" creationId="{C9840785-2C64-2E6F-5663-BFE1091BA336}"/>
          </ac:picMkLst>
        </pc:picChg>
        <pc:picChg chg="del">
          <ac:chgData name="Dilan De Silva" userId="579b606d6e18a4ed" providerId="LiveId" clId="{55D98E11-54C8-4694-9916-6163FE05F5A8}" dt="2025-11-18T13:48:30.994" v="336" actId="478"/>
          <ac:picMkLst>
            <pc:docMk/>
            <pc:sldMk cId="30245650" sldId="276"/>
            <ac:picMk id="15" creationId="{A453E5E6-8F65-EDF7-17AD-DF1CA6D4282F}"/>
          </ac:picMkLst>
        </pc:picChg>
      </pc:sldChg>
      <pc:sldChg chg="addSp delSp modSp add mod">
        <pc:chgData name="Dilan De Silva" userId="579b606d6e18a4ed" providerId="LiveId" clId="{55D98E11-54C8-4694-9916-6163FE05F5A8}" dt="2025-11-18T15:20:32.751" v="499" actId="22"/>
        <pc:sldMkLst>
          <pc:docMk/>
          <pc:sldMk cId="4262127971" sldId="276"/>
        </pc:sldMkLst>
        <pc:spChg chg="mod">
          <ac:chgData name="Dilan De Silva" userId="579b606d6e18a4ed" providerId="LiveId" clId="{55D98E11-54C8-4694-9916-6163FE05F5A8}" dt="2025-11-18T15:18:20.722" v="479" actId="20577"/>
          <ac:spMkLst>
            <pc:docMk/>
            <pc:sldMk cId="4262127971" sldId="276"/>
            <ac:spMk id="2" creationId="{9DBFAC5B-B282-5B20-E8A6-932852798C62}"/>
          </ac:spMkLst>
        </pc:spChg>
        <pc:picChg chg="add mod">
          <ac:chgData name="Dilan De Silva" userId="579b606d6e18a4ed" providerId="LiveId" clId="{55D98E11-54C8-4694-9916-6163FE05F5A8}" dt="2025-11-18T15:19:01.343" v="483" actId="14100"/>
          <ac:picMkLst>
            <pc:docMk/>
            <pc:sldMk cId="4262127971" sldId="276"/>
            <ac:picMk id="4" creationId="{13967056-D28F-30A2-BB73-38E511074B4B}"/>
          </ac:picMkLst>
        </pc:picChg>
        <pc:picChg chg="del">
          <ac:chgData name="Dilan De Silva" userId="579b606d6e18a4ed" providerId="LiveId" clId="{55D98E11-54C8-4694-9916-6163FE05F5A8}" dt="2025-11-18T15:18:22.387" v="480" actId="478"/>
          <ac:picMkLst>
            <pc:docMk/>
            <pc:sldMk cId="4262127971" sldId="276"/>
            <ac:picMk id="5" creationId="{CBCE6900-5243-069B-823A-F6B9ACF6BF50}"/>
          </ac:picMkLst>
        </pc:picChg>
        <pc:picChg chg="add mod">
          <ac:chgData name="Dilan De Silva" userId="579b606d6e18a4ed" providerId="LiveId" clId="{55D98E11-54C8-4694-9916-6163FE05F5A8}" dt="2025-11-18T15:19:55.192" v="496" actId="14100"/>
          <ac:picMkLst>
            <pc:docMk/>
            <pc:sldMk cId="4262127971" sldId="276"/>
            <ac:picMk id="7" creationId="{54E9097A-8445-B51C-D237-E7636AB5443D}"/>
          </ac:picMkLst>
        </pc:picChg>
        <pc:picChg chg="del">
          <ac:chgData name="Dilan De Silva" userId="579b606d6e18a4ed" providerId="LiveId" clId="{55D98E11-54C8-4694-9916-6163FE05F5A8}" dt="2025-11-18T15:19:02.972" v="484" actId="478"/>
          <ac:picMkLst>
            <pc:docMk/>
            <pc:sldMk cId="4262127971" sldId="276"/>
            <ac:picMk id="9" creationId="{E5A7E2C1-F0D2-5D77-E2C3-91F8B080682D}"/>
          </ac:picMkLst>
        </pc:picChg>
        <pc:picChg chg="add mod">
          <ac:chgData name="Dilan De Silva" userId="579b606d6e18a4ed" providerId="LiveId" clId="{55D98E11-54C8-4694-9916-6163FE05F5A8}" dt="2025-11-18T15:19:52.164" v="495" actId="14100"/>
          <ac:picMkLst>
            <pc:docMk/>
            <pc:sldMk cId="4262127971" sldId="276"/>
            <ac:picMk id="10" creationId="{E94241EB-BAD5-C185-348F-6F75788546D8}"/>
          </ac:picMkLst>
        </pc:picChg>
        <pc:picChg chg="del">
          <ac:chgData name="Dilan De Silva" userId="579b606d6e18a4ed" providerId="LiveId" clId="{55D98E11-54C8-4694-9916-6163FE05F5A8}" dt="2025-11-18T15:19:04.114" v="485" actId="478"/>
          <ac:picMkLst>
            <pc:docMk/>
            <pc:sldMk cId="4262127971" sldId="276"/>
            <ac:picMk id="12" creationId="{2E5812CB-B71A-0F39-2013-042A3A57B108}"/>
          </ac:picMkLst>
        </pc:picChg>
        <pc:picChg chg="add">
          <ac:chgData name="Dilan De Silva" userId="579b606d6e18a4ed" providerId="LiveId" clId="{55D98E11-54C8-4694-9916-6163FE05F5A8}" dt="2025-11-18T15:20:32.751" v="499" actId="22"/>
          <ac:picMkLst>
            <pc:docMk/>
            <pc:sldMk cId="4262127971" sldId="276"/>
            <ac:picMk id="13" creationId="{B2AAEA27-D0F5-F2A4-B9CA-217A8DC1B574}"/>
          </ac:picMkLst>
        </pc:picChg>
        <pc:picChg chg="del">
          <ac:chgData name="Dilan De Silva" userId="579b606d6e18a4ed" providerId="LiveId" clId="{55D98E11-54C8-4694-9916-6163FE05F5A8}" dt="2025-11-18T15:19:57.560" v="497" actId="478"/>
          <ac:picMkLst>
            <pc:docMk/>
            <pc:sldMk cId="4262127971" sldId="276"/>
            <ac:picMk id="15" creationId="{9290B80D-E9E8-4FEE-0E8B-FA7747CD9836}"/>
          </ac:picMkLst>
        </pc:picChg>
        <pc:picChg chg="del">
          <ac:chgData name="Dilan De Silva" userId="579b606d6e18a4ed" providerId="LiveId" clId="{55D98E11-54C8-4694-9916-6163FE05F5A8}" dt="2025-11-18T15:19:57.880" v="498" actId="478"/>
          <ac:picMkLst>
            <pc:docMk/>
            <pc:sldMk cId="4262127971" sldId="276"/>
            <ac:picMk id="18" creationId="{17BA4B36-2A50-FE46-7B56-DFCD55727E38}"/>
          </ac:picMkLst>
        </pc:picChg>
      </pc:sldChg>
      <pc:sldChg chg="addSp delSp modSp add del mod">
        <pc:chgData name="Dilan De Silva" userId="579b606d6e18a4ed" providerId="LiveId" clId="{55D98E11-54C8-4694-9916-6163FE05F5A8}" dt="2025-11-18T14:45:22.225" v="380" actId="47"/>
        <pc:sldMkLst>
          <pc:docMk/>
          <pc:sldMk cId="2880977522" sldId="277"/>
        </pc:sldMkLst>
        <pc:spChg chg="mod">
          <ac:chgData name="Dilan De Silva" userId="579b606d6e18a4ed" providerId="LiveId" clId="{55D98E11-54C8-4694-9916-6163FE05F5A8}" dt="2025-11-18T13:54:06.389" v="341" actId="20577"/>
          <ac:spMkLst>
            <pc:docMk/>
            <pc:sldMk cId="2880977522" sldId="277"/>
            <ac:spMk id="2" creationId="{5DBD4253-BF2C-0093-8B26-760FBA92B911}"/>
          </ac:spMkLst>
        </pc:spChg>
        <pc:picChg chg="del">
          <ac:chgData name="Dilan De Silva" userId="579b606d6e18a4ed" providerId="LiveId" clId="{55D98E11-54C8-4694-9916-6163FE05F5A8}" dt="2025-11-18T13:55:01.546" v="342" actId="478"/>
          <ac:picMkLst>
            <pc:docMk/>
            <pc:sldMk cId="2880977522" sldId="277"/>
            <ac:picMk id="4" creationId="{8419BAC0-E262-4D60-CBB2-8068551C1962}"/>
          </ac:picMkLst>
        </pc:picChg>
        <pc:picChg chg="add mod">
          <ac:chgData name="Dilan De Silva" userId="579b606d6e18a4ed" providerId="LiveId" clId="{55D98E11-54C8-4694-9916-6163FE05F5A8}" dt="2025-11-18T13:55:49.721" v="354" actId="14100"/>
          <ac:picMkLst>
            <pc:docMk/>
            <pc:sldMk cId="2880977522" sldId="277"/>
            <ac:picMk id="5" creationId="{5DD306C6-3F97-E92C-6881-FFADC906BFC3}"/>
          </ac:picMkLst>
        </pc:picChg>
        <pc:picChg chg="add mod">
          <ac:chgData name="Dilan De Silva" userId="579b606d6e18a4ed" providerId="LiveId" clId="{55D98E11-54C8-4694-9916-6163FE05F5A8}" dt="2025-11-18T13:55:48.062" v="353" actId="14100"/>
          <ac:picMkLst>
            <pc:docMk/>
            <pc:sldMk cId="2880977522" sldId="277"/>
            <ac:picMk id="7" creationId="{3974DF46-ABBE-6A1D-2FCA-CA3E75D3F284}"/>
          </ac:picMkLst>
        </pc:picChg>
        <pc:picChg chg="del">
          <ac:chgData name="Dilan De Silva" userId="579b606d6e18a4ed" providerId="LiveId" clId="{55D98E11-54C8-4694-9916-6163FE05F5A8}" dt="2025-11-18T13:55:02.732" v="343" actId="478"/>
          <ac:picMkLst>
            <pc:docMk/>
            <pc:sldMk cId="2880977522" sldId="277"/>
            <ac:picMk id="8" creationId="{059CBED1-5CFE-B695-C491-425B4C224999}"/>
          </ac:picMkLst>
        </pc:picChg>
        <pc:picChg chg="add mod">
          <ac:chgData name="Dilan De Silva" userId="579b606d6e18a4ed" providerId="LiveId" clId="{55D98E11-54C8-4694-9916-6163FE05F5A8}" dt="2025-11-18T13:55:56.619" v="355"/>
          <ac:picMkLst>
            <pc:docMk/>
            <pc:sldMk cId="2880977522" sldId="277"/>
            <ac:picMk id="9" creationId="{7220AD0D-CE6E-CA59-E853-473157FF107D}"/>
          </ac:picMkLst>
        </pc:picChg>
        <pc:picChg chg="del">
          <ac:chgData name="Dilan De Silva" userId="579b606d6e18a4ed" providerId="LiveId" clId="{55D98E11-54C8-4694-9916-6163FE05F5A8}" dt="2025-11-18T13:55:03.396" v="344" actId="478"/>
          <ac:picMkLst>
            <pc:docMk/>
            <pc:sldMk cId="2880977522" sldId="277"/>
            <ac:picMk id="10" creationId="{D5257359-DA05-ED60-9964-5C8D5100C421}"/>
          </ac:picMkLst>
        </pc:picChg>
        <pc:picChg chg="del">
          <ac:chgData name="Dilan De Silva" userId="579b606d6e18a4ed" providerId="LiveId" clId="{55D98E11-54C8-4694-9916-6163FE05F5A8}" dt="2025-11-18T13:55:04.015" v="345" actId="478"/>
          <ac:picMkLst>
            <pc:docMk/>
            <pc:sldMk cId="2880977522" sldId="277"/>
            <ac:picMk id="11" creationId="{FE34A72D-0B47-46E2-BE0B-F7A519B67769}"/>
          </ac:picMkLst>
        </pc:picChg>
        <pc:picChg chg="add mod">
          <ac:chgData name="Dilan De Silva" userId="579b606d6e18a4ed" providerId="LiveId" clId="{55D98E11-54C8-4694-9916-6163FE05F5A8}" dt="2025-11-18T13:56:28.561" v="357" actId="1076"/>
          <ac:picMkLst>
            <pc:docMk/>
            <pc:sldMk cId="2880977522" sldId="277"/>
            <ac:picMk id="13" creationId="{6F4462C9-021A-A939-7451-59B00FFA936F}"/>
          </ac:picMkLst>
        </pc:picChg>
      </pc:sldChg>
      <pc:sldChg chg="addSp delSp modSp add mod">
        <pc:chgData name="Dilan De Silva" userId="579b606d6e18a4ed" providerId="LiveId" clId="{55D98E11-54C8-4694-9916-6163FE05F5A8}" dt="2025-11-18T15:41:36.485" v="529" actId="1076"/>
        <pc:sldMkLst>
          <pc:docMk/>
          <pc:sldMk cId="3453003941" sldId="277"/>
        </pc:sldMkLst>
        <pc:spChg chg="mod">
          <ac:chgData name="Dilan De Silva" userId="579b606d6e18a4ed" providerId="LiveId" clId="{55D98E11-54C8-4694-9916-6163FE05F5A8}" dt="2025-11-18T15:31:51.044" v="504" actId="20577"/>
          <ac:spMkLst>
            <pc:docMk/>
            <pc:sldMk cId="3453003941" sldId="277"/>
            <ac:spMk id="2" creationId="{FD2E5C85-1145-4179-6CE7-1B7ECD323635}"/>
          </ac:spMkLst>
        </pc:spChg>
        <pc:picChg chg="del">
          <ac:chgData name="Dilan De Silva" userId="579b606d6e18a4ed" providerId="LiveId" clId="{55D98E11-54C8-4694-9916-6163FE05F5A8}" dt="2025-11-18T15:31:54.104" v="509" actId="478"/>
          <ac:picMkLst>
            <pc:docMk/>
            <pc:sldMk cId="3453003941" sldId="277"/>
            <ac:picMk id="4" creationId="{DD387F5A-229B-5C6E-17F9-032855022497}"/>
          </ac:picMkLst>
        </pc:picChg>
        <pc:picChg chg="add mod">
          <ac:chgData name="Dilan De Silva" userId="579b606d6e18a4ed" providerId="LiveId" clId="{55D98E11-54C8-4694-9916-6163FE05F5A8}" dt="2025-11-18T15:39:13.812" v="522" actId="14100"/>
          <ac:picMkLst>
            <pc:docMk/>
            <pc:sldMk cId="3453003941" sldId="277"/>
            <ac:picMk id="5" creationId="{FB760F3A-65E4-C787-8B84-B12F934A2655}"/>
          </ac:picMkLst>
        </pc:picChg>
        <pc:picChg chg="del">
          <ac:chgData name="Dilan De Silva" userId="579b606d6e18a4ed" providerId="LiveId" clId="{55D98E11-54C8-4694-9916-6163FE05F5A8}" dt="2025-11-18T15:31:52.427" v="505" actId="478"/>
          <ac:picMkLst>
            <pc:docMk/>
            <pc:sldMk cId="3453003941" sldId="277"/>
            <ac:picMk id="7" creationId="{FB7D893A-8E6F-0008-5241-67B2CFD9A904}"/>
          </ac:picMkLst>
        </pc:picChg>
        <pc:picChg chg="add mod">
          <ac:chgData name="Dilan De Silva" userId="579b606d6e18a4ed" providerId="LiveId" clId="{55D98E11-54C8-4694-9916-6163FE05F5A8}" dt="2025-11-18T15:39:09.894" v="520" actId="14100"/>
          <ac:picMkLst>
            <pc:docMk/>
            <pc:sldMk cId="3453003941" sldId="277"/>
            <ac:picMk id="8" creationId="{6F447E60-9BB6-26BA-0C5C-C52BD1F88047}"/>
          </ac:picMkLst>
        </pc:picChg>
        <pc:picChg chg="del mod">
          <ac:chgData name="Dilan De Silva" userId="579b606d6e18a4ed" providerId="LiveId" clId="{55D98E11-54C8-4694-9916-6163FE05F5A8}" dt="2025-11-18T15:31:52.945" v="507" actId="478"/>
          <ac:picMkLst>
            <pc:docMk/>
            <pc:sldMk cId="3453003941" sldId="277"/>
            <ac:picMk id="10" creationId="{09D445DF-7869-1FA0-84A6-E2A2F7F6253D}"/>
          </ac:picMkLst>
        </pc:picChg>
        <pc:picChg chg="add">
          <ac:chgData name="Dilan De Silva" userId="579b606d6e18a4ed" providerId="LiveId" clId="{55D98E11-54C8-4694-9916-6163FE05F5A8}" dt="2025-11-18T15:40:03.735" v="523" actId="22"/>
          <ac:picMkLst>
            <pc:docMk/>
            <pc:sldMk cId="3453003941" sldId="277"/>
            <ac:picMk id="11" creationId="{68A495A5-6363-9B2E-64BD-AEF158815488}"/>
          </ac:picMkLst>
        </pc:picChg>
        <pc:picChg chg="del">
          <ac:chgData name="Dilan De Silva" userId="579b606d6e18a4ed" providerId="LiveId" clId="{55D98E11-54C8-4694-9916-6163FE05F5A8}" dt="2025-11-18T15:31:53.552" v="508" actId="478"/>
          <ac:picMkLst>
            <pc:docMk/>
            <pc:sldMk cId="3453003941" sldId="277"/>
            <ac:picMk id="13" creationId="{5E481A39-DC67-2632-72F0-C4166854E027}"/>
          </ac:picMkLst>
        </pc:picChg>
        <pc:picChg chg="add mod">
          <ac:chgData name="Dilan De Silva" userId="579b606d6e18a4ed" providerId="LiveId" clId="{55D98E11-54C8-4694-9916-6163FE05F5A8}" dt="2025-11-18T15:40:32.630" v="525" actId="1076"/>
          <ac:picMkLst>
            <pc:docMk/>
            <pc:sldMk cId="3453003941" sldId="277"/>
            <ac:picMk id="14" creationId="{04456895-17CB-48FA-CD56-DA99B7494BA1}"/>
          </ac:picMkLst>
        </pc:picChg>
        <pc:picChg chg="add mod">
          <ac:chgData name="Dilan De Silva" userId="579b606d6e18a4ed" providerId="LiveId" clId="{55D98E11-54C8-4694-9916-6163FE05F5A8}" dt="2025-11-18T15:41:36.485" v="529" actId="1076"/>
          <ac:picMkLst>
            <pc:docMk/>
            <pc:sldMk cId="3453003941" sldId="277"/>
            <ac:picMk id="16" creationId="{38948D4B-DBBC-932F-0C05-B5756E2D274D}"/>
          </ac:picMkLst>
        </pc:picChg>
      </pc:sldChg>
      <pc:sldChg chg="addSp delSp modSp add del mod">
        <pc:chgData name="Dilan De Silva" userId="579b606d6e18a4ed" providerId="LiveId" clId="{55D98E11-54C8-4694-9916-6163FE05F5A8}" dt="2025-11-18T14:45:21.290" v="379" actId="47"/>
        <pc:sldMkLst>
          <pc:docMk/>
          <pc:sldMk cId="3361234612" sldId="278"/>
        </pc:sldMkLst>
        <pc:spChg chg="mod">
          <ac:chgData name="Dilan De Silva" userId="579b606d6e18a4ed" providerId="LiveId" clId="{55D98E11-54C8-4694-9916-6163FE05F5A8}" dt="2025-11-18T14:02:25.009" v="360" actId="20577"/>
          <ac:spMkLst>
            <pc:docMk/>
            <pc:sldMk cId="3361234612" sldId="278"/>
            <ac:spMk id="2" creationId="{0D99EFB3-5059-CBDE-FA3E-89046402DF79}"/>
          </ac:spMkLst>
        </pc:spChg>
        <pc:picChg chg="add mod">
          <ac:chgData name="Dilan De Silva" userId="579b606d6e18a4ed" providerId="LiveId" clId="{55D98E11-54C8-4694-9916-6163FE05F5A8}" dt="2025-11-18T14:06:10.363" v="369" actId="14100"/>
          <ac:picMkLst>
            <pc:docMk/>
            <pc:sldMk cId="3361234612" sldId="278"/>
            <ac:picMk id="4" creationId="{D6574518-9792-16C5-59E5-ECCD43CE59CE}"/>
          </ac:picMkLst>
        </pc:picChg>
        <pc:picChg chg="del">
          <ac:chgData name="Dilan De Silva" userId="579b606d6e18a4ed" providerId="LiveId" clId="{55D98E11-54C8-4694-9916-6163FE05F5A8}" dt="2025-11-18T14:02:52.545" v="364" actId="478"/>
          <ac:picMkLst>
            <pc:docMk/>
            <pc:sldMk cId="3361234612" sldId="278"/>
            <ac:picMk id="5" creationId="{5C9381A7-CD1C-CCF2-44B1-BB4AE500B722}"/>
          </ac:picMkLst>
        </pc:picChg>
        <pc:picChg chg="del">
          <ac:chgData name="Dilan De Silva" userId="579b606d6e18a4ed" providerId="LiveId" clId="{55D98E11-54C8-4694-9916-6163FE05F5A8}" dt="2025-11-18T14:02:53.150" v="365" actId="478"/>
          <ac:picMkLst>
            <pc:docMk/>
            <pc:sldMk cId="3361234612" sldId="278"/>
            <ac:picMk id="7" creationId="{A4937320-F802-2721-03AB-AD20E18B20DB}"/>
          </ac:picMkLst>
        </pc:picChg>
        <pc:picChg chg="add mod">
          <ac:chgData name="Dilan De Silva" userId="579b606d6e18a4ed" providerId="LiveId" clId="{55D98E11-54C8-4694-9916-6163FE05F5A8}" dt="2025-11-18T14:06:34.105" v="374" actId="14100"/>
          <ac:picMkLst>
            <pc:docMk/>
            <pc:sldMk cId="3361234612" sldId="278"/>
            <ac:picMk id="8" creationId="{E5B9E5C9-8A0A-3D2D-B61B-7D4803D1D4D9}"/>
          </ac:picMkLst>
        </pc:picChg>
        <pc:picChg chg="add del">
          <ac:chgData name="Dilan De Silva" userId="579b606d6e18a4ed" providerId="LiveId" clId="{55D98E11-54C8-4694-9916-6163FE05F5A8}" dt="2025-11-18T14:02:51.253" v="363" actId="478"/>
          <ac:picMkLst>
            <pc:docMk/>
            <pc:sldMk cId="3361234612" sldId="278"/>
            <ac:picMk id="9" creationId="{27381ADE-E50A-406C-D0D7-2DB77BA18D6C}"/>
          </ac:picMkLst>
        </pc:picChg>
        <pc:picChg chg="add mod">
          <ac:chgData name="Dilan De Silva" userId="579b606d6e18a4ed" providerId="LiveId" clId="{55D98E11-54C8-4694-9916-6163FE05F5A8}" dt="2025-11-18T14:07:06.022" v="376" actId="1076"/>
          <ac:picMkLst>
            <pc:docMk/>
            <pc:sldMk cId="3361234612" sldId="278"/>
            <ac:picMk id="11" creationId="{4637A0E3-F52E-542D-D7BE-4E403B2108B9}"/>
          </ac:picMkLst>
        </pc:picChg>
        <pc:picChg chg="del">
          <ac:chgData name="Dilan De Silva" userId="579b606d6e18a4ed" providerId="LiveId" clId="{55D98E11-54C8-4694-9916-6163FE05F5A8}" dt="2025-11-18T14:02:28.512" v="361" actId="478"/>
          <ac:picMkLst>
            <pc:docMk/>
            <pc:sldMk cId="3361234612" sldId="278"/>
            <ac:picMk id="13" creationId="{C387D0D9-0F44-8B8C-9E06-4A14274DFC7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12AFC-FF54-B3B5-087A-A580340E2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39DC36-FA3E-6428-BEF9-FE683EF44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9670B-4B41-1B4B-B5F7-E5127A21C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D9AC-D42E-4620-8482-0397FE94AE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EA0A7-78DC-2E4F-B7EE-2DC73A13D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59AFC-31AD-8ADE-668E-01B1A0064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51F2-2776-4258-8B55-5E38A0D86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553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2967A-D3C5-573D-7A50-B6548C61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EB934-B590-C61C-FC62-55C496970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012A9-2526-07D0-CF95-8CE1E94B9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D9AC-D42E-4620-8482-0397FE94AE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EC8A9-562C-DE4E-12AA-E9AFB9B2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84C0D-D990-3D15-8199-CE094B195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51F2-2776-4258-8B55-5E38A0D86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674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9EC4B-3358-939D-2DDF-3FB06BCA2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A330D-C417-F1B1-61D5-0542F7F82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61037-1711-7430-982B-9F162379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D9AC-D42E-4620-8482-0397FE94AE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45F05-DC05-74A9-D468-7DE98868F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7D208-8766-6348-DDC3-52034B163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51F2-2776-4258-8B55-5E38A0D86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066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4B15-F0B0-1720-E02E-3F6F3AA2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B467A-D527-A7F7-3CDB-C043BB1DD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5E7B4-ED66-E6A6-82D5-F2CF46493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8BC1C-CBF8-1D00-D87B-E958ECDD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D9AC-D42E-4620-8482-0397FE94AE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36ADA-AEB3-398E-456D-A4359FF78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65AC1-CC93-0223-E716-18672A599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51F2-2776-4258-8B55-5E38A0D86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37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DAD5-47AB-4E1C-C3CF-1420237A1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DE1C7-A720-B419-8F44-8445D6ED5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D814-0353-80F7-2A3C-EE9500E64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60BA81-21F5-B86B-7F22-37B09894B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99B0B6-E5E5-219B-73AC-BC0D16B9B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A22D01-0B6C-027F-A6D6-013E4AC3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D9AC-D42E-4620-8482-0397FE94AE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F2978A-60DE-7A14-6FC0-56894C81B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9195C5-F589-4147-8CB9-19E01E36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51F2-2776-4258-8B55-5E38A0D86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80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AE02-F307-B6CA-C004-B3103207A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22FD5A-CF63-819C-4112-AF67E996B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D9AC-D42E-4620-8482-0397FE94AE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CF442-469B-FFBC-F880-F17035E04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FF439-C8E9-F540-38F3-D4140A82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51F2-2776-4258-8B55-5E38A0D86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399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9570FD-DF9B-348C-8467-556BF618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D9AC-D42E-4620-8482-0397FE94AE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DC9AF9-8C3F-5589-A1CC-D28A7FBC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FC387-99C1-AE0F-1F7D-55D9515F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51F2-2776-4258-8B55-5E38A0D86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9457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ADA45-056A-EDB6-352F-4C4CFD687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372FC-AE3C-5543-9F06-316909A93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C4C9A-39E1-B691-5983-37E6C614B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E01F5-232C-97E5-3B78-81FE74273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D9AC-D42E-4620-8482-0397FE94AE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15186-EF94-679C-F09C-44B099B61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5C33A-0D44-9654-1DD1-F89A3CD66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51F2-2776-4258-8B55-5E38A0D86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1368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EA71A-D320-D191-63C6-869056B9D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43D5A-C0B0-4164-816B-5CF04E92E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0AD7F-2E58-00DF-AFFB-5ECE61CE4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5D3A4-EEBF-BB43-CA07-D8C785E9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D9AC-D42E-4620-8482-0397FE94AE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8AB15-2742-C7E7-1D7A-1141C04E5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0ED12-1163-7582-B9CD-9C62942D2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51F2-2776-4258-8B55-5E38A0D86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262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DA715-17A0-B46E-0D26-F1C66C0AE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26E5A-A8E0-7A56-D6B2-0B1A8F20E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2EA24-AFCF-4C2C-51BF-593B95657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D9AC-D42E-4620-8482-0397FE94AE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47A0C-E763-8A16-D1CD-EE2A7821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39CC4-7DFE-4D9C-09A4-69006596F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51F2-2776-4258-8B55-5E38A0D86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5627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7DFCCA-46C0-F734-AA48-9F1156DA2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800E9-6916-4445-75CD-5CB779353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10C2F-B647-CBA4-5905-0F1370209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D9AC-D42E-4620-8482-0397FE94AE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9BBA7-4E3F-EE58-5727-99F914A7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EE960-8BCD-480E-7493-E676B1BB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51F2-2776-4258-8B55-5E38A0D86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5610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2545EA-83B5-6852-325E-54A84281F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BE9D6-EAE1-9DE0-EAE5-379DAC2CF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7F766-7D32-1A16-268A-239CA4A70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73D9AC-D42E-4620-8482-0397FE94AE8B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0AFAD-50BC-248F-818D-5E3D0FE84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DA2AE-EF6A-4E29-E477-B963B6371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D151F2-2776-4258-8B55-5E38A0D863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123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F9A22-7860-1782-66AD-4C3892FA5A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BBL Fantasy AI v2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1DF8B-EC09-4358-309A-94175AA5D2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7868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4C89D4-C638-FB8F-CED3-D3A7F9218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New Additions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194462-8D64-20D4-246C-4E22D630E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solidFill>
                  <a:schemeClr val="accent6"/>
                </a:solidFill>
              </a:rPr>
              <a:t>Pricing Model</a:t>
            </a:r>
          </a:p>
          <a:p>
            <a:r>
              <a:rPr lang="en-AU" dirty="0"/>
              <a:t>Full Season Simulation Tool</a:t>
            </a:r>
          </a:p>
          <a:p>
            <a:r>
              <a:rPr lang="en-AU" dirty="0"/>
              <a:t>Batting &amp; Bowling Points Modelling (*)</a:t>
            </a:r>
          </a:p>
          <a:p>
            <a:r>
              <a:rPr lang="en-AU" dirty="0"/>
              <a:t>Interval Modelling instead of Point Estimation</a:t>
            </a:r>
          </a:p>
          <a:p>
            <a:r>
              <a:rPr lang="en-AU" dirty="0"/>
              <a:t>New Player Unsupervised Clustering Model to identify closest x amount of current </a:t>
            </a:r>
            <a:r>
              <a:rPr lang="en-AU" dirty="0" err="1"/>
              <a:t>bbl</a:t>
            </a:r>
            <a:r>
              <a:rPr lang="en-AU" dirty="0"/>
              <a:t> players and mimic predictions (Gen AI?)</a:t>
            </a:r>
          </a:p>
          <a:p>
            <a:r>
              <a:rPr lang="en-AU" dirty="0"/>
              <a:t>Weather model/ alternative strategies based on rain out games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9437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894B-0964-8417-2419-51FD3F36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Remove rained out games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92B1D-6ECB-86DA-9CB8-5B33955CD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Rained out games provide very strange fantasy points behaviour which are not representative of the actual full game.</a:t>
            </a:r>
          </a:p>
          <a:p>
            <a:r>
              <a:rPr lang="en-AU" dirty="0"/>
              <a:t>These games should be removed to not mask/ weaken relationships</a:t>
            </a:r>
          </a:p>
          <a:p>
            <a:r>
              <a:rPr lang="en-AU" dirty="0"/>
              <a:t>Fix: removed all rain affected games from the modelling data</a:t>
            </a:r>
          </a:p>
          <a:p>
            <a:r>
              <a:rPr lang="en-AU" dirty="0"/>
              <a:t>Add: Can look into method to predict prob of rain affected game</a:t>
            </a:r>
          </a:p>
        </p:txBody>
      </p:sp>
    </p:spTree>
    <p:extLst>
      <p:ext uri="{BB962C8B-B14F-4D97-AF65-F5344CB8AC3E}">
        <p14:creationId xmlns:p14="http://schemas.microsoft.com/office/powerpoint/2010/main" val="2238022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F53B-58B5-2166-3554-565CAE6A7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Added players who had no involvement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3E06E-FE53-ED8F-DCCB-2DCD24FDF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Currently only players who batted or bowled are directly added to the fantasy point table</a:t>
            </a:r>
          </a:p>
          <a:p>
            <a:r>
              <a:rPr lang="en-AU" dirty="0"/>
              <a:t>This is no representative of the entire players </a:t>
            </a:r>
            <a:r>
              <a:rPr lang="en-AU" dirty="0" err="1"/>
              <a:t>fp</a:t>
            </a:r>
            <a:endParaRPr lang="en-AU" dirty="0"/>
          </a:p>
          <a:p>
            <a:r>
              <a:rPr lang="en-AU" dirty="0"/>
              <a:t>Fix: Identified missing players and appended with 0 points</a:t>
            </a:r>
          </a:p>
        </p:txBody>
      </p:sp>
    </p:spTree>
    <p:extLst>
      <p:ext uri="{BB962C8B-B14F-4D97-AF65-F5344CB8AC3E}">
        <p14:creationId xmlns:p14="http://schemas.microsoft.com/office/powerpoint/2010/main" val="100962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29F56-BA59-FAF6-79C8-A248333FA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Pricing Model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0120E-7982-2BE3-3FA1-358B5018E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Three individual models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AU"/>
              <a:t>After 1 Game Expected Price Change Model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AU"/>
              <a:t>After 2 Games Expected Price Change Model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AU"/>
              <a:t>After 3 or more Games Expected Price Change Model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1337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A1C0DD-1F29-6BF9-21F2-BC147396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F4B6D-B859-81E2-585F-115E16516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Pricing Model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58E25A-46C3-E912-DFCF-F3A95F3F1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1" y="1606373"/>
            <a:ext cx="5020722" cy="30751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DAAFF2-7EB9-DAD9-DE9F-137C76ED50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9"/>
          <a:stretch>
            <a:fillRect/>
          </a:stretch>
        </p:blipFill>
        <p:spPr>
          <a:xfrm>
            <a:off x="6951649" y="651752"/>
            <a:ext cx="3805561" cy="62033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BF7B19-1051-10FA-A909-0441C239D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372" y="4899636"/>
            <a:ext cx="2695951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64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B79B03-F755-0793-DE77-BEAB3378B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ED9832-E790-FEA8-6024-89D616225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Pricing Model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ADA508-1956-0619-0812-604D6A80A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32" y="1615755"/>
            <a:ext cx="4721551" cy="28447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BBA2F4-FEC3-3E5E-40AF-06BB3E73D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410" y="4687941"/>
            <a:ext cx="2457793" cy="7906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F1FC21-77D3-F860-F9D5-C4F4D504C5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3" t="542" b="814"/>
          <a:stretch>
            <a:fillRect/>
          </a:stretch>
        </p:blipFill>
        <p:spPr>
          <a:xfrm>
            <a:off x="7025268" y="651752"/>
            <a:ext cx="3656884" cy="620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47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07282D-DF96-7A4D-CA21-90533A8AF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482A9D-F23B-6B0C-5B36-B51009F97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Pricing Model </a:t>
            </a:r>
            <a:r>
              <a:rPr lang="en-US" sz="3200" dirty="0">
                <a:solidFill>
                  <a:schemeClr val="bg1"/>
                </a:solidFill>
              </a:rPr>
              <a:t>3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8FE36-BF12-46D4-2CD2-33F841A9E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74" y="1582997"/>
            <a:ext cx="5538328" cy="33762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26E69E-5BDE-F210-2D61-FF8FD171B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026" y="5338242"/>
            <a:ext cx="2667372" cy="7906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2A7AB9-6630-4F9C-7639-DBB9443F9B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48" t="968" r="1259" b="712"/>
          <a:stretch>
            <a:fillRect/>
          </a:stretch>
        </p:blipFill>
        <p:spPr>
          <a:xfrm>
            <a:off x="7426713" y="643467"/>
            <a:ext cx="3616848" cy="614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452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38E95-46C2-8089-3AFF-EC46EF3AD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8804F-5E8C-1D4B-605A-E3F1492F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Previous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F9F51-6BFC-E765-0305-5CD19BCBA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Features</a:t>
            </a:r>
          </a:p>
          <a:p>
            <a:pPr lvl="1"/>
            <a:r>
              <a:rPr lang="en-AU" dirty="0"/>
              <a:t>Player previous seasons fantasy points summary stats</a:t>
            </a:r>
          </a:p>
          <a:p>
            <a:pPr lvl="1"/>
            <a:r>
              <a:rPr lang="en-AU" dirty="0"/>
              <a:t>Match opponent</a:t>
            </a:r>
          </a:p>
          <a:p>
            <a:pPr lvl="1"/>
            <a:r>
              <a:rPr lang="en-AU" dirty="0"/>
              <a:t>Match venue</a:t>
            </a:r>
          </a:p>
          <a:p>
            <a:pPr lvl="1"/>
            <a:r>
              <a:rPr lang="en-AU" dirty="0"/>
              <a:t>Home venue</a:t>
            </a:r>
          </a:p>
          <a:p>
            <a:pPr lvl="1"/>
            <a:r>
              <a:rPr lang="en-AU" dirty="0"/>
              <a:t>Team Rank</a:t>
            </a:r>
          </a:p>
          <a:p>
            <a:pPr lvl="1"/>
            <a:r>
              <a:rPr lang="en-AU" dirty="0"/>
              <a:t>Home Ground Advantage Interaction Term</a:t>
            </a:r>
          </a:p>
          <a:p>
            <a:r>
              <a:rPr lang="en-AU" dirty="0"/>
              <a:t>During Tournament</a:t>
            </a:r>
          </a:p>
          <a:p>
            <a:pPr lvl="1"/>
            <a:r>
              <a:rPr lang="en-AU" dirty="0"/>
              <a:t>Current season player fantasy points summary stats</a:t>
            </a:r>
          </a:p>
          <a:p>
            <a:pPr lvl="1"/>
            <a:r>
              <a:rPr lang="en-AU" dirty="0"/>
              <a:t>Which overs bowled</a:t>
            </a:r>
          </a:p>
          <a:p>
            <a:pPr lvl="1"/>
            <a:r>
              <a:rPr lang="en-AU" dirty="0"/>
              <a:t>Batting position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67652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DBAF1-9EC8-0E7F-DDC2-4E1D27C4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9B02-1CB5-3025-7E40-16AC7F9CC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Batting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86134-C9F0-19C3-2C44-4B0A4DBC5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Additional Features:</a:t>
            </a:r>
          </a:p>
          <a:p>
            <a:pPr lvl="1"/>
            <a:r>
              <a:rPr lang="en-AU" dirty="0"/>
              <a:t>Whether the player will bat feeder model</a:t>
            </a:r>
          </a:p>
          <a:p>
            <a:pPr lvl="1"/>
            <a:r>
              <a:rPr lang="en-AU" dirty="0"/>
              <a:t>Player actual performance (average runs, average strike rate, average bowls faced etc)</a:t>
            </a:r>
          </a:p>
          <a:p>
            <a:pPr lvl="1"/>
            <a:r>
              <a:rPr lang="en-AU" dirty="0"/>
              <a:t>Previous season batting points</a:t>
            </a:r>
          </a:p>
          <a:p>
            <a:pPr lvl="1"/>
            <a:r>
              <a:rPr lang="en-AU" dirty="0"/>
              <a:t>Pre season form? </a:t>
            </a:r>
            <a:r>
              <a:rPr lang="en-AU" dirty="0" err="1"/>
              <a:t>Cricinfo</a:t>
            </a:r>
            <a:r>
              <a:rPr lang="en-AU" dirty="0"/>
              <a:t>/ other tournaments</a:t>
            </a:r>
          </a:p>
          <a:p>
            <a:pPr lvl="1"/>
            <a:r>
              <a:rPr lang="en-AU" dirty="0"/>
              <a:t>Other tournaments flag (e.g. total number of t20 leagues played)</a:t>
            </a:r>
          </a:p>
          <a:p>
            <a:pPr lvl="1"/>
            <a:r>
              <a:rPr lang="en-AU" dirty="0"/>
              <a:t>Number of games played compared max </a:t>
            </a:r>
            <a:r>
              <a:rPr lang="en-AU"/>
              <a:t>in team</a:t>
            </a:r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90225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94D5A-41B3-0418-A227-B6AC28DC7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02526-3D7C-1772-95EE-C96EFC1E8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Batting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D1478-2B91-A5BD-6C42-8F2FEAD44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Problem:</a:t>
            </a:r>
          </a:p>
          <a:p>
            <a:pPr lvl="1"/>
            <a:r>
              <a:rPr lang="en-AU" dirty="0"/>
              <a:t>Currently can not identify the batting position of the players who do not bat in the game (truncated data) and </a:t>
            </a:r>
            <a:r>
              <a:rPr lang="en-AU" b="1" dirty="0"/>
              <a:t>therefore the current batting position flags are skewed</a:t>
            </a:r>
          </a:p>
          <a:p>
            <a:r>
              <a:rPr lang="en-AU" dirty="0"/>
              <a:t>Solution: Two part model </a:t>
            </a:r>
          </a:p>
          <a:p>
            <a:pPr lvl="1"/>
            <a:r>
              <a:rPr lang="en-AU" dirty="0"/>
              <a:t>Expected Batting points = </a:t>
            </a:r>
            <a:r>
              <a:rPr lang="en-AU" dirty="0" err="1"/>
              <a:t>Pr</a:t>
            </a:r>
            <a:r>
              <a:rPr lang="en-AU" dirty="0"/>
              <a:t> of batting model x Number of batting points given player bats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0891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DF11E-9F4E-731D-F4D4-DC85B4823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7B832-A404-856B-5B15-498B899D8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RF Model 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6CF6FE-4742-1F80-08A7-4AEFC184A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063" y="1581135"/>
            <a:ext cx="5487166" cy="2191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15F185-3660-C02F-48C5-4C03BA4FA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7352" y="0"/>
            <a:ext cx="2294648" cy="37046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9124439-DA01-4E1E-CADA-6BCEB6BE6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7352" y="3687214"/>
            <a:ext cx="2294648" cy="317078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A88AEEE-5EBD-3E40-AE50-BBF77EFA8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814" y="2468862"/>
            <a:ext cx="3598221" cy="326550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BB5288E-E7D3-8D27-8717-C302E606D3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5387" y="2468862"/>
            <a:ext cx="3537123" cy="327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38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2DB9B-00A8-2E03-281D-159BB30A6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9F7BC-688C-D495-D03A-3C54E7A0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RF Model 2 – Incl 0 players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DC3D1-4D5D-F89C-4962-0F6254125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99" y="1462620"/>
            <a:ext cx="5372850" cy="1524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B87E50-B35B-4799-72BF-660A834D4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061" y="0"/>
            <a:ext cx="2267847" cy="37078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98794D-F25F-0A49-014B-E60B7CDF5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0062" y="3718969"/>
            <a:ext cx="2267847" cy="31390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2A3679-5D55-BC6D-2669-2B3BE9052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71" y="2408674"/>
            <a:ext cx="3582498" cy="32518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30B8F8-B2A2-6D3B-53B0-E59D26A50C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3098" y="2365293"/>
            <a:ext cx="3522640" cy="327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652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721A5-7FD6-0A72-633B-AF0564E21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8D4B1-DA99-80EF-679C-72D43909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RF Model 3 – rm rain games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E5644-B9CE-A184-333D-A81682414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71" y="1425563"/>
            <a:ext cx="5477639" cy="171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DCD390-D5B9-6997-6F62-E36B93F13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074" y="0"/>
            <a:ext cx="2282926" cy="3721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10993A-C7BC-A415-18CF-A42143277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9074" y="3684177"/>
            <a:ext cx="2282926" cy="31738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6D03B0-5988-72C1-D113-36DDB03B3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71" y="2565400"/>
            <a:ext cx="3327700" cy="30308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8B8BCB-8072-7BBF-4283-8F90795322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3292" y="2565400"/>
            <a:ext cx="3345416" cy="303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56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7F717-BF33-8133-A1AB-FEC0AE9C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11ECC-A7C7-8AC6-ACE9-4443CF6B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XGB Model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579C64-28B7-38CF-C8A8-D9BB80B5F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128" y="-1"/>
            <a:ext cx="2252871" cy="3782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513B56-B023-AA65-5F08-7B4EA2F4A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130" y="3840393"/>
            <a:ext cx="2252870" cy="3017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8C8E7F-A9EE-9F93-DBC9-820887AD5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90" y="3302758"/>
            <a:ext cx="3605220" cy="32601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21CB93-98B3-5B0C-6072-8BD46B185B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284" y="3302758"/>
            <a:ext cx="3605220" cy="32601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2CC3D1-F18C-39D9-F712-3B8F219BF4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6791" y="1027906"/>
            <a:ext cx="4817149" cy="165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518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C4315-56EC-0EE5-89A2-39FE6EF7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68D0-23E3-3F12-7098-2A1C235EC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XGB Model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65B7FD-A905-EE78-31CC-EC4A7A89F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46" y="1682088"/>
            <a:ext cx="2207106" cy="199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D29697-4901-99EE-926D-418EC149A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59" y="3940540"/>
            <a:ext cx="2743164" cy="25523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678640-CB9D-2281-43A9-F4A7BEBC5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042" y="0"/>
            <a:ext cx="2216603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1A8F6A-7204-307E-3F4D-028687846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6645" y="0"/>
            <a:ext cx="2218403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87DB19-34F6-5C2C-2C61-6CF67DAD82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5048" y="0"/>
            <a:ext cx="2156952" cy="685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8D3467-518A-5823-A85F-C3D46F3C4F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1530" y="2249497"/>
            <a:ext cx="2590609" cy="87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721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CAFDA-590E-7D3B-BA8C-034B8708B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7B40-3BC6-D784-C574-7DECB632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RF on same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A2B921-A557-9DE4-3940-CBAD32198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12" y="1415341"/>
            <a:ext cx="2210113" cy="20136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EC54E5-6D18-9852-42DF-E1A515DD8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13" y="3640539"/>
            <a:ext cx="2187446" cy="20136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55EC6B-9803-26FF-9931-5A486B615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12" y="5990287"/>
            <a:ext cx="5468113" cy="2000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D78295-9820-8529-BE1A-2EAA869E4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847" y="0"/>
            <a:ext cx="2216464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EB31A8E-1C9E-B475-35A1-7C78106A02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9311" y="0"/>
            <a:ext cx="2093624" cy="685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77B34DD-5B14-B60E-365A-B41EE82617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2935" y="0"/>
            <a:ext cx="20690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86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CF89F-33D2-9EF4-EDE0-3583CF672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914" y="344654"/>
            <a:ext cx="3300561" cy="1325563"/>
          </a:xfrm>
        </p:spPr>
        <p:txBody>
          <a:bodyPr/>
          <a:lstStyle/>
          <a:p>
            <a:r>
              <a:rPr lang="en-AU" dirty="0"/>
              <a:t>XGB Model 1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0CCED33-49B5-FAA6-6167-5C6ECFB76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96" y="2581057"/>
            <a:ext cx="1970554" cy="18593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2581F66-711F-8E1A-FB35-42A9B61D5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296" y="4542324"/>
            <a:ext cx="1970554" cy="18467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1D539E0-AEC2-9307-5BCE-3C5536518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47" y="1255494"/>
            <a:ext cx="3611954" cy="122369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82160D3-55D6-69FF-14C3-C607A7EE8E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1962" y="0"/>
            <a:ext cx="1528075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7BD9F3D-3199-F7E1-693B-F84C84A2C2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3725" y="0"/>
            <a:ext cx="154305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3EE4C4A-95EF-54CC-BB52-8B5BB1E71A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0463" y="0"/>
            <a:ext cx="1510356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700D302-264E-64B4-4030-52C82AAD27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8619" y="2798721"/>
            <a:ext cx="1717482" cy="44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02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C690A-4596-E686-6059-D309C75A4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DD4C-6FC6-76B9-4382-9C4718F67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914" y="344654"/>
            <a:ext cx="3300561" cy="1325563"/>
          </a:xfrm>
        </p:spPr>
        <p:txBody>
          <a:bodyPr/>
          <a:lstStyle/>
          <a:p>
            <a:r>
              <a:rPr lang="en-AU" dirty="0"/>
              <a:t>XGB Model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F50768-6799-4A54-63B2-C5691E3EB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14" y="2527300"/>
            <a:ext cx="2177639" cy="20545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19BECF-185E-D7BE-C577-82F97E852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14" y="4686300"/>
            <a:ext cx="2156189" cy="2054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E6AE80-3F19-CCC6-F0AC-C01D860B7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914" y="1292088"/>
            <a:ext cx="3482436" cy="11683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823171-E320-AE26-F2B8-17716067C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803" y="0"/>
            <a:ext cx="1434393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7CB42-F6A0-D31A-9C89-276867F343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1600" y="0"/>
            <a:ext cx="1452499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5634E41-B956-EDEB-DC8A-ED777FB170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3122" y="790228"/>
            <a:ext cx="2191056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159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1E7E-06CC-6DC7-2D26-068F7F725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E89E3-D607-20A6-052B-6B9FA1840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914" y="344654"/>
            <a:ext cx="3300561" cy="1325563"/>
          </a:xfrm>
        </p:spPr>
        <p:txBody>
          <a:bodyPr/>
          <a:lstStyle/>
          <a:p>
            <a:r>
              <a:rPr lang="en-AU" dirty="0"/>
              <a:t>XGB Model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4426C8-CA7F-B716-6ED4-DA78D1668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90" y="1313086"/>
            <a:ext cx="3265685" cy="11098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10A73E-7DE7-E133-19DF-BE8FCDAF3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91" y="2509591"/>
            <a:ext cx="2138598" cy="20179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CB8EC5-F22B-E91B-789D-B1A7EE770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90" y="4610515"/>
            <a:ext cx="2138598" cy="20456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84A4D8-1E66-2666-636D-37B937797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0698" y="0"/>
            <a:ext cx="1490603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042E0C0-52F6-E26F-9AA2-924F04627D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7301" y="772765"/>
            <a:ext cx="2314898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86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D1550-C255-B668-2A53-95ACBDD1E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FAC5B-B282-5B20-E8A6-932852798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914" y="344654"/>
            <a:ext cx="3300561" cy="1325563"/>
          </a:xfrm>
        </p:spPr>
        <p:txBody>
          <a:bodyPr/>
          <a:lstStyle/>
          <a:p>
            <a:r>
              <a:rPr lang="en-AU" dirty="0"/>
              <a:t>XGB Model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967056-D28F-30A2-BB73-38E511074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90" y="1291950"/>
            <a:ext cx="3349213" cy="11346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E9097A-8445-B51C-D237-E7636AB54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90" y="2548654"/>
            <a:ext cx="2212381" cy="2076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4241EB-BAD5-C185-348F-6F7578854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91" y="4636878"/>
            <a:ext cx="2212382" cy="21158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2AAEA27-D0F5-F2A4-B9CA-217A8DC1B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0512" y="0"/>
            <a:ext cx="1910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27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BFD6B-0442-9296-EAE9-C8D82D3C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E5C85-1145-4179-6CE7-1B7ECD323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914" y="344654"/>
            <a:ext cx="3300561" cy="1325563"/>
          </a:xfrm>
        </p:spPr>
        <p:txBody>
          <a:bodyPr/>
          <a:lstStyle/>
          <a:p>
            <a:r>
              <a:rPr lang="en-AU" dirty="0"/>
              <a:t>XGB Model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60F3A-65E4-C787-8B84-B12F934A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63" y="2373156"/>
            <a:ext cx="2187812" cy="20641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447E60-9BB6-26BA-0C5C-C52BD1F88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63" y="4502150"/>
            <a:ext cx="2187812" cy="20926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A495A5-6363-9B2E-64BD-AEF158815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539" y="0"/>
            <a:ext cx="1378921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456895-17CB-48FA-CD56-DA99B7494B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2235" y="3152736"/>
            <a:ext cx="2181529" cy="5525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8948D4B-DBBC-932F-0C05-B5756E2D27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63" y="1285980"/>
            <a:ext cx="3032532" cy="102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03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387</Words>
  <Application>Microsoft Office PowerPoint</Application>
  <PresentationFormat>Widescreen</PresentationFormat>
  <Paragraphs>62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BBL Fantasy AI v2</vt:lpstr>
      <vt:lpstr>New Additions</vt:lpstr>
      <vt:lpstr>Remove rained out games</vt:lpstr>
      <vt:lpstr>Added players who had no involvement </vt:lpstr>
      <vt:lpstr>Pricing Model</vt:lpstr>
      <vt:lpstr>Pricing Model 1</vt:lpstr>
      <vt:lpstr>Pricing Model 2</vt:lpstr>
      <vt:lpstr>Pricing Model 3</vt:lpstr>
      <vt:lpstr>Previous Features</vt:lpstr>
      <vt:lpstr>Batting Model</vt:lpstr>
      <vt:lpstr>Batting Model</vt:lpstr>
      <vt:lpstr>RF Model 1</vt:lpstr>
      <vt:lpstr>RF Model 2 – Incl 0 players</vt:lpstr>
      <vt:lpstr>RF Model 3 – rm rain games</vt:lpstr>
      <vt:lpstr>XGB Model 1</vt:lpstr>
      <vt:lpstr>XGB Model 2</vt:lpstr>
      <vt:lpstr>RF on same data</vt:lpstr>
      <vt:lpstr>XGB Model 1</vt:lpstr>
      <vt:lpstr>XGB Model 2</vt:lpstr>
      <vt:lpstr>XGB Model 3</vt:lpstr>
      <vt:lpstr>XGB Model 4</vt:lpstr>
      <vt:lpstr>XGB Model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Dilan De Silva</dc:creator>
  <cp:lastModifiedBy>Dilan De Silva</cp:lastModifiedBy>
  <cp:revision>4</cp:revision>
  <dcterms:created xsi:type="dcterms:W3CDTF">2025-05-18T04:29:51Z</dcterms:created>
  <dcterms:modified xsi:type="dcterms:W3CDTF">2025-11-18T15:41:38Z</dcterms:modified>
</cp:coreProperties>
</file>