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5078198-C8DA-4DD0-9DEE-A371176322A9}">
          <p14:sldIdLst>
            <p14:sldId id="256"/>
            <p14:sldId id="257"/>
          </p14:sldIdLst>
        </p14:section>
        <p14:section name="Pricing Model" id="{7923590F-B911-4954-8180-316826DCECB0}">
          <p14:sldIdLst>
            <p14:sldId id="258"/>
            <p14:sldId id="259"/>
            <p14:sldId id="260"/>
            <p14:sldId id="261"/>
          </p14:sldIdLst>
        </p14:section>
        <p14:section name="Previous Model Build" id="{F6783EA7-0B85-432C-8B34-5ACBD9E0708B}">
          <p14:sldIdLst>
            <p14:sldId id="263"/>
          </p14:sldIdLst>
        </p14:section>
        <p14:section name="Batting Point Model" id="{20176CAB-22A2-449A-ADF4-9AEF7BF31A4F}">
          <p14:sldIdLst>
            <p14:sldId id="262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EA8C78-5629-4CB8-9794-5E1861B660A8}" v="3" dt="2025-06-15T12:39:55.5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lan De Silva" userId="579b606d6e18a4ed" providerId="LiveId" clId="{B4EA8C78-5629-4CB8-9794-5E1861B660A8}"/>
    <pc:docChg chg="undo custSel addSld delSld modSld sldOrd addSection modSection">
      <pc:chgData name="Dilan De Silva" userId="579b606d6e18a4ed" providerId="LiveId" clId="{B4EA8C78-5629-4CB8-9794-5E1861B660A8}" dt="2025-06-15T12:50:16.556" v="1890" actId="20577"/>
      <pc:docMkLst>
        <pc:docMk/>
      </pc:docMkLst>
      <pc:sldChg chg="modSp mod">
        <pc:chgData name="Dilan De Silva" userId="579b606d6e18a4ed" providerId="LiveId" clId="{B4EA8C78-5629-4CB8-9794-5E1861B660A8}" dt="2025-06-15T12:45:43.389" v="1685" actId="20577"/>
        <pc:sldMkLst>
          <pc:docMk/>
          <pc:sldMk cId="1969437762" sldId="257"/>
        </pc:sldMkLst>
        <pc:spChg chg="mod">
          <ac:chgData name="Dilan De Silva" userId="579b606d6e18a4ed" providerId="LiveId" clId="{B4EA8C78-5629-4CB8-9794-5E1861B660A8}" dt="2025-06-15T12:45:43.389" v="1685" actId="20577"/>
          <ac:spMkLst>
            <pc:docMk/>
            <pc:sldMk cId="1969437762" sldId="257"/>
            <ac:spMk id="5" creationId="{80194462-8D64-20D4-246C-4E22D630ECE3}"/>
          </ac:spMkLst>
        </pc:spChg>
      </pc:sldChg>
      <pc:sldChg chg="addSp delSp modSp new mod setBg">
        <pc:chgData name="Dilan De Silva" userId="579b606d6e18a4ed" providerId="LiveId" clId="{B4EA8C78-5629-4CB8-9794-5E1861B660A8}" dt="2025-06-04T11:50:54.585" v="325" actId="26606"/>
        <pc:sldMkLst>
          <pc:docMk/>
          <pc:sldMk cId="1471337115" sldId="258"/>
        </pc:sldMkLst>
        <pc:spChg chg="mod">
          <ac:chgData name="Dilan De Silva" userId="579b606d6e18a4ed" providerId="LiveId" clId="{B4EA8C78-5629-4CB8-9794-5E1861B660A8}" dt="2025-06-04T11:50:54.585" v="325" actId="26606"/>
          <ac:spMkLst>
            <pc:docMk/>
            <pc:sldMk cId="1471337115" sldId="258"/>
            <ac:spMk id="2" creationId="{DCD29F56-BA59-FAF6-79C8-A248333FA0BB}"/>
          </ac:spMkLst>
        </pc:spChg>
        <pc:spChg chg="mod">
          <ac:chgData name="Dilan De Silva" userId="579b606d6e18a4ed" providerId="LiveId" clId="{B4EA8C78-5629-4CB8-9794-5E1861B660A8}" dt="2025-06-04T11:50:54.585" v="325" actId="26606"/>
          <ac:spMkLst>
            <pc:docMk/>
            <pc:sldMk cId="1471337115" sldId="258"/>
            <ac:spMk id="3" creationId="{6AA0120E-7982-2BE3-3FA1-358B5018E8F7}"/>
          </ac:spMkLst>
        </pc:spChg>
      </pc:sldChg>
      <pc:sldChg chg="addSp delSp modSp add mod setBg">
        <pc:chgData name="Dilan De Silva" userId="579b606d6e18a4ed" providerId="LiveId" clId="{B4EA8C78-5629-4CB8-9794-5E1861B660A8}" dt="2025-06-04T11:43:17.177" v="278" actId="14100"/>
        <pc:sldMkLst>
          <pc:docMk/>
          <pc:sldMk cId="3689564591" sldId="259"/>
        </pc:sldMkLst>
        <pc:spChg chg="mod">
          <ac:chgData name="Dilan De Silva" userId="579b606d6e18a4ed" providerId="LiveId" clId="{B4EA8C78-5629-4CB8-9794-5E1861B660A8}" dt="2025-06-04T11:41:55.682" v="266" actId="120"/>
          <ac:spMkLst>
            <pc:docMk/>
            <pc:sldMk cId="3689564591" sldId="259"/>
            <ac:spMk id="2" creationId="{634F4B6D-B859-81E2-585F-115E16516769}"/>
          </ac:spMkLst>
        </pc:spChg>
        <pc:spChg chg="add">
          <ac:chgData name="Dilan De Silva" userId="579b606d6e18a4ed" providerId="LiveId" clId="{B4EA8C78-5629-4CB8-9794-5E1861B660A8}" dt="2025-06-04T11:40:49" v="259" actId="26606"/>
          <ac:spMkLst>
            <pc:docMk/>
            <pc:sldMk cId="3689564591" sldId="259"/>
            <ac:spMk id="12" creationId="{A4AC5506-6312-4701-8D3C-40187889A947}"/>
          </ac:spMkLst>
        </pc:spChg>
        <pc:picChg chg="add mod">
          <ac:chgData name="Dilan De Silva" userId="579b606d6e18a4ed" providerId="LiveId" clId="{B4EA8C78-5629-4CB8-9794-5E1861B660A8}" dt="2025-06-04T11:42:11.719" v="269" actId="1076"/>
          <ac:picMkLst>
            <pc:docMk/>
            <pc:sldMk cId="3689564591" sldId="259"/>
            <ac:picMk id="7" creationId="{A158E25A-46C3-E912-DFCF-F3A95F3F1F98}"/>
          </ac:picMkLst>
        </pc:picChg>
        <pc:picChg chg="add mod modCrop">
          <ac:chgData name="Dilan De Silva" userId="579b606d6e18a4ed" providerId="LiveId" clId="{B4EA8C78-5629-4CB8-9794-5E1861B660A8}" dt="2025-06-04T11:43:17.177" v="278" actId="14100"/>
          <ac:picMkLst>
            <pc:docMk/>
            <pc:sldMk cId="3689564591" sldId="259"/>
            <ac:picMk id="9" creationId="{18DAAFF2-7EB9-DAD9-DE9F-137C76ED5049}"/>
          </ac:picMkLst>
        </pc:picChg>
        <pc:picChg chg="add mod">
          <ac:chgData name="Dilan De Silva" userId="579b606d6e18a4ed" providerId="LiveId" clId="{B4EA8C78-5629-4CB8-9794-5E1861B660A8}" dt="2025-06-04T11:42:54.622" v="274" actId="1076"/>
          <ac:picMkLst>
            <pc:docMk/>
            <pc:sldMk cId="3689564591" sldId="259"/>
            <ac:picMk id="11" creationId="{13BF7B19-1051-10FA-A909-0441C239D5AE}"/>
          </ac:picMkLst>
        </pc:picChg>
      </pc:sldChg>
      <pc:sldChg chg="delSp add del setBg delDesignElem">
        <pc:chgData name="Dilan De Silva" userId="579b606d6e18a4ed" providerId="LiveId" clId="{B4EA8C78-5629-4CB8-9794-5E1861B660A8}" dt="2025-06-04T11:43:28.091" v="281" actId="47"/>
        <pc:sldMkLst>
          <pc:docMk/>
          <pc:sldMk cId="3635980319" sldId="260"/>
        </pc:sldMkLst>
      </pc:sldChg>
      <pc:sldChg chg="addSp delSp modSp add mod setBg delDesignElem">
        <pc:chgData name="Dilan De Silva" userId="579b606d6e18a4ed" providerId="LiveId" clId="{B4EA8C78-5629-4CB8-9794-5E1861B660A8}" dt="2025-06-04T11:46:42.393" v="308" actId="14100"/>
        <pc:sldMkLst>
          <pc:docMk/>
          <pc:sldMk cId="4008747595" sldId="260"/>
        </pc:sldMkLst>
        <pc:spChg chg="mod">
          <ac:chgData name="Dilan De Silva" userId="579b606d6e18a4ed" providerId="LiveId" clId="{B4EA8C78-5629-4CB8-9794-5E1861B660A8}" dt="2025-06-04T11:45:12.160" v="298" actId="120"/>
          <ac:spMkLst>
            <pc:docMk/>
            <pc:sldMk cId="4008747595" sldId="260"/>
            <ac:spMk id="2" creationId="{BEED9832-E790-FEA8-6024-89D616225AB2}"/>
          </ac:spMkLst>
        </pc:spChg>
        <pc:spChg chg="add">
          <ac:chgData name="Dilan De Silva" userId="579b606d6e18a4ed" providerId="LiveId" clId="{B4EA8C78-5629-4CB8-9794-5E1861B660A8}" dt="2025-06-04T11:45:01.674" v="295" actId="26606"/>
          <ac:spMkLst>
            <pc:docMk/>
            <pc:sldMk cId="4008747595" sldId="260"/>
            <ac:spMk id="6" creationId="{A4AC5506-6312-4701-8D3C-40187889A947}"/>
          </ac:spMkLst>
        </pc:spChg>
        <pc:picChg chg="add mod">
          <ac:chgData name="Dilan De Silva" userId="579b606d6e18a4ed" providerId="LiveId" clId="{B4EA8C78-5629-4CB8-9794-5E1861B660A8}" dt="2025-06-04T11:45:07.352" v="297" actId="1076"/>
          <ac:picMkLst>
            <pc:docMk/>
            <pc:sldMk cId="4008747595" sldId="260"/>
            <ac:picMk id="4" creationId="{46ADA508-1956-0619-0812-604D6A80AA3D}"/>
          </ac:picMkLst>
        </pc:picChg>
        <pc:picChg chg="add mod">
          <ac:chgData name="Dilan De Silva" userId="579b606d6e18a4ed" providerId="LiveId" clId="{B4EA8C78-5629-4CB8-9794-5E1861B660A8}" dt="2025-06-04T11:45:35.399" v="301" actId="1076"/>
          <ac:picMkLst>
            <pc:docMk/>
            <pc:sldMk cId="4008747595" sldId="260"/>
            <ac:picMk id="8" creationId="{21BBA2F4-FEC3-3E5E-40AF-06BB3E73DA43}"/>
          </ac:picMkLst>
        </pc:picChg>
        <pc:picChg chg="add mod modCrop">
          <ac:chgData name="Dilan De Silva" userId="579b606d6e18a4ed" providerId="LiveId" clId="{B4EA8C78-5629-4CB8-9794-5E1861B660A8}" dt="2025-06-04T11:46:42.393" v="308" actId="14100"/>
          <ac:picMkLst>
            <pc:docMk/>
            <pc:sldMk cId="4008747595" sldId="260"/>
            <ac:picMk id="13" creationId="{F2F1FC21-77D3-F860-F9D5-C4F4D504C51A}"/>
          </ac:picMkLst>
        </pc:picChg>
      </pc:sldChg>
      <pc:sldChg chg="addSp delSp modSp add mod ord setBg delDesignElem">
        <pc:chgData name="Dilan De Silva" userId="579b606d6e18a4ed" providerId="LiveId" clId="{B4EA8C78-5629-4CB8-9794-5E1861B660A8}" dt="2025-06-15T12:27:12.774" v="550"/>
        <pc:sldMkLst>
          <pc:docMk/>
          <pc:sldMk cId="2965452809" sldId="261"/>
        </pc:sldMkLst>
        <pc:spChg chg="mod">
          <ac:chgData name="Dilan De Silva" userId="579b606d6e18a4ed" providerId="LiveId" clId="{B4EA8C78-5629-4CB8-9794-5E1861B660A8}" dt="2025-06-04T11:47:00.578" v="316" actId="120"/>
          <ac:spMkLst>
            <pc:docMk/>
            <pc:sldMk cId="2965452809" sldId="261"/>
            <ac:spMk id="2" creationId="{C5482A9D-F23B-6B0C-5B36-B51009F97FF3}"/>
          </ac:spMkLst>
        </pc:spChg>
        <pc:spChg chg="add">
          <ac:chgData name="Dilan De Silva" userId="579b606d6e18a4ed" providerId="LiveId" clId="{B4EA8C78-5629-4CB8-9794-5E1861B660A8}" dt="2025-06-04T11:46:56.629" v="313" actId="26606"/>
          <ac:spMkLst>
            <pc:docMk/>
            <pc:sldMk cId="2965452809" sldId="261"/>
            <ac:spMk id="9" creationId="{A4AC5506-6312-4701-8D3C-40187889A947}"/>
          </ac:spMkLst>
        </pc:spChg>
        <pc:picChg chg="add mod">
          <ac:chgData name="Dilan De Silva" userId="579b606d6e18a4ed" providerId="LiveId" clId="{B4EA8C78-5629-4CB8-9794-5E1861B660A8}" dt="2025-06-04T11:51:31.738" v="329" actId="14100"/>
          <ac:picMkLst>
            <pc:docMk/>
            <pc:sldMk cId="2965452809" sldId="261"/>
            <ac:picMk id="5" creationId="{7E98FE36-BF12-46D4-2CD2-33F841A9E8A2}"/>
          </ac:picMkLst>
        </pc:picChg>
        <pc:picChg chg="add mod">
          <ac:chgData name="Dilan De Silva" userId="579b606d6e18a4ed" providerId="LiveId" clId="{B4EA8C78-5629-4CB8-9794-5E1861B660A8}" dt="2025-06-04T11:51:56.207" v="331" actId="1076"/>
          <ac:picMkLst>
            <pc:docMk/>
            <pc:sldMk cId="2965452809" sldId="261"/>
            <ac:picMk id="10" creationId="{B526E69E-5BDE-F210-2D61-FF8FD171BCF2}"/>
          </ac:picMkLst>
        </pc:picChg>
        <pc:picChg chg="add mod modCrop">
          <ac:chgData name="Dilan De Silva" userId="579b606d6e18a4ed" providerId="LiveId" clId="{B4EA8C78-5629-4CB8-9794-5E1861B660A8}" dt="2025-06-04T11:52:54.903" v="340" actId="14100"/>
          <ac:picMkLst>
            <pc:docMk/>
            <pc:sldMk cId="2965452809" sldId="261"/>
            <ac:picMk id="12" creationId="{342A7AB9-6630-4F9C-7639-DBB9443F9BE2}"/>
          </ac:picMkLst>
        </pc:picChg>
      </pc:sldChg>
      <pc:sldChg chg="modSp add mod ord">
        <pc:chgData name="Dilan De Silva" userId="579b606d6e18a4ed" providerId="LiveId" clId="{B4EA8C78-5629-4CB8-9794-5E1861B660A8}" dt="2025-06-15T12:50:16.556" v="1890" actId="20577"/>
        <pc:sldMkLst>
          <pc:docMk/>
          <pc:sldMk cId="4290225454" sldId="262"/>
        </pc:sldMkLst>
        <pc:spChg chg="mod">
          <ac:chgData name="Dilan De Silva" userId="579b606d6e18a4ed" providerId="LiveId" clId="{B4EA8C78-5629-4CB8-9794-5E1861B660A8}" dt="2025-06-15T12:25:10.942" v="373" actId="20577"/>
          <ac:spMkLst>
            <pc:docMk/>
            <pc:sldMk cId="4290225454" sldId="262"/>
            <ac:spMk id="2" creationId="{38189B02-1CB5-3025-7E40-16AC7F9CC97E}"/>
          </ac:spMkLst>
        </pc:spChg>
        <pc:spChg chg="mod">
          <ac:chgData name="Dilan De Silva" userId="579b606d6e18a4ed" providerId="LiveId" clId="{B4EA8C78-5629-4CB8-9794-5E1861B660A8}" dt="2025-06-15T12:50:16.556" v="1890" actId="20577"/>
          <ac:spMkLst>
            <pc:docMk/>
            <pc:sldMk cId="4290225454" sldId="262"/>
            <ac:spMk id="3" creationId="{74486134-C9F0-19C3-2C44-4B0A4DBC5B91}"/>
          </ac:spMkLst>
        </pc:spChg>
      </pc:sldChg>
      <pc:sldChg chg="modSp add mod ord">
        <pc:chgData name="Dilan De Silva" userId="579b606d6e18a4ed" providerId="LiveId" clId="{B4EA8C78-5629-4CB8-9794-5E1861B660A8}" dt="2025-06-15T12:33:19.261" v="878" actId="20577"/>
        <pc:sldMkLst>
          <pc:docMk/>
          <pc:sldMk cId="3167652951" sldId="263"/>
        </pc:sldMkLst>
        <pc:spChg chg="mod">
          <ac:chgData name="Dilan De Silva" userId="579b606d6e18a4ed" providerId="LiveId" clId="{B4EA8C78-5629-4CB8-9794-5E1861B660A8}" dt="2025-06-15T12:27:25.575" v="573" actId="20577"/>
          <ac:spMkLst>
            <pc:docMk/>
            <pc:sldMk cId="3167652951" sldId="263"/>
            <ac:spMk id="2" creationId="{81D8804F-5E8C-1D4B-605A-E3F1492FD67A}"/>
          </ac:spMkLst>
        </pc:spChg>
        <pc:spChg chg="mod">
          <ac:chgData name="Dilan De Silva" userId="579b606d6e18a4ed" providerId="LiveId" clId="{B4EA8C78-5629-4CB8-9794-5E1861B660A8}" dt="2025-06-15T12:33:19.261" v="878" actId="20577"/>
          <ac:spMkLst>
            <pc:docMk/>
            <pc:sldMk cId="3167652951" sldId="263"/>
            <ac:spMk id="3" creationId="{BBDF9F51-6BFC-E765-0305-5CD19BCBA5E1}"/>
          </ac:spMkLst>
        </pc:spChg>
      </pc:sldChg>
      <pc:sldChg chg="modSp add mod">
        <pc:chgData name="Dilan De Silva" userId="579b606d6e18a4ed" providerId="LiveId" clId="{B4EA8C78-5629-4CB8-9794-5E1861B660A8}" dt="2025-06-15T12:42:45.144" v="1575" actId="20577"/>
        <pc:sldMkLst>
          <pc:docMk/>
          <pc:sldMk cId="2530891803" sldId="264"/>
        </pc:sldMkLst>
        <pc:spChg chg="mod">
          <ac:chgData name="Dilan De Silva" userId="579b606d6e18a4ed" providerId="LiveId" clId="{B4EA8C78-5629-4CB8-9794-5E1861B660A8}" dt="2025-06-15T12:42:45.144" v="1575" actId="20577"/>
          <ac:spMkLst>
            <pc:docMk/>
            <pc:sldMk cId="2530891803" sldId="264"/>
            <ac:spMk id="3" creationId="{C11D1478-2B91-A5BD-6C42-8F2FEAD445B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12AFC-FF54-B3B5-087A-A580340E2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39DC36-FA3E-6428-BEF9-FE683EF44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79670B-4B41-1B4B-B5F7-E5127A21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15/06/2025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2EA0A7-78DC-2E4F-B7EE-2DC73A13D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9AFC-31AD-8ADE-668E-01B1A0064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5535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2967A-D3C5-573D-7A50-B6548C613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EB934-B590-C61C-FC62-55C496970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012A9-2526-07D0-CF95-8CE1E94B9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15/06/2025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EC8A9-562C-DE4E-12AA-E9AFB9B22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84C0D-D990-3D15-8199-CE094B195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674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9EC4B-3358-939D-2DDF-3FB06BCA2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A330D-C417-F1B1-61D5-0542F7F82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61037-1711-7430-982B-9F162379A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15/06/2025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45F05-DC05-74A9-D468-7DE98868F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7D208-8766-6348-DDC3-52034B163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06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4B15-F0B0-1720-E02E-3F6F3AA24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B467A-D527-A7F7-3CDB-C043BB1DD1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05E7B4-ED66-E6A6-82D5-F2CF46493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8BC1C-CBF8-1D00-D87B-E958ECDD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15/06/2025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36ADA-AEB3-398E-456D-A4359FF78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665AC1-CC93-0223-E716-18672A599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373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DAD5-47AB-4E1C-C3CF-1420237A1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DE1C7-A720-B419-8F44-8445D6ED5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D814-0353-80F7-2A3C-EE9500E64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60BA81-21F5-B86B-7F22-37B09894B3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99B0B6-E5E5-219B-73AC-BC0D16B9B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A22D01-0B6C-027F-A6D6-013E4AC31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15/06/2025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F2978A-60DE-7A14-6FC0-56894C81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9195C5-F589-4147-8CB9-19E01E36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380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AE02-F307-B6CA-C004-B3103207A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22FD5A-CF63-819C-4112-AF67E996B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15/06/2025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CF442-469B-FFBC-F880-F17035E04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FF439-C8E9-F540-38F3-D4140A82E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399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570FD-DF9B-348C-8467-556BF6188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15/06/2025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DC9AF9-8C3F-5589-A1CC-D28A7FBCC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FC387-99C1-AE0F-1F7D-55D9515FA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9457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ADA45-056A-EDB6-352F-4C4CFD687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372FC-AE3C-5543-9F06-316909A93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C4C9A-39E1-B691-5983-37E6C614B5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8E01F5-232C-97E5-3B78-81FE74273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15/06/2025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15186-EF94-679C-F09C-44B099B61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B5C33A-0D44-9654-1DD1-F89A3CD66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1368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EA71A-D320-D191-63C6-869056B9D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43D5A-C0B0-4164-816B-5CF04E92EF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0AD7F-2E58-00DF-AFFB-5ECE61CE4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65D3A4-EEBF-BB43-CA07-D8C785E9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15/06/2025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28AB15-2742-C7E7-1D7A-1141C04E5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B0ED12-1163-7582-B9CD-9C62942D2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2629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DA715-17A0-B46E-0D26-F1C66C0AE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726E5A-A8E0-7A56-D6B2-0B1A8F20E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2EA24-AFCF-4C2C-51BF-593B95657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15/06/2025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47A0C-E763-8A16-D1CD-EE2A78211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39CC4-7DFE-4D9C-09A4-69006596F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5627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7DFCCA-46C0-F734-AA48-9F1156DA2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00E9-6916-4445-75CD-5CB779353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10C2F-B647-CBA4-5905-0F1370209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15/06/2025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9BBA7-4E3F-EE58-5727-99F914A74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EE960-8BCD-480E-7493-E676B1BB3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5610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2545EA-83B5-6852-325E-54A84281F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0BE9D6-EAE1-9DE0-EAE5-379DAC2CF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7F766-7D32-1A16-268A-239CA4A706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73D9AC-D42E-4620-8482-0397FE94AE8B}" type="datetimeFigureOut">
              <a:rPr lang="en-AU" smtClean="0"/>
              <a:t>15/06/2025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0AFAD-50BC-248F-818D-5E3D0FE84F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DA2AE-EF6A-4E29-E477-B963B6371B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1232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F9A22-7860-1782-66AD-4C3892FA5A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BBL Fantasy AI v2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1DF8B-EC09-4358-309A-94175AA5D2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27868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4C89D4-C638-FB8F-CED3-D3A7F921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New Additions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194462-8D64-20D4-246C-4E22D630E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>
                <a:solidFill>
                  <a:schemeClr val="accent6"/>
                </a:solidFill>
              </a:rPr>
              <a:t>Pricing Model</a:t>
            </a:r>
          </a:p>
          <a:p>
            <a:r>
              <a:rPr lang="en-AU" dirty="0"/>
              <a:t>Full Season Simulation Tool</a:t>
            </a:r>
          </a:p>
          <a:p>
            <a:r>
              <a:rPr lang="en-AU" dirty="0"/>
              <a:t>Batting &amp; Bowling Points Modelling (*)</a:t>
            </a:r>
          </a:p>
          <a:p>
            <a:r>
              <a:rPr lang="en-AU" dirty="0"/>
              <a:t>Interval Modelling instead of Point Estimation</a:t>
            </a:r>
          </a:p>
          <a:p>
            <a:r>
              <a:rPr lang="en-AU" dirty="0"/>
              <a:t>New Player Unsupervised Clustering Model to identify closest x amount of current </a:t>
            </a:r>
            <a:r>
              <a:rPr lang="en-AU" dirty="0" err="1"/>
              <a:t>bbl</a:t>
            </a:r>
            <a:r>
              <a:rPr lang="en-AU" dirty="0"/>
              <a:t> players and mimic predictions (Gen AI?)</a:t>
            </a:r>
          </a:p>
          <a:p>
            <a:r>
              <a:rPr lang="en-AU" dirty="0"/>
              <a:t>Weather model/ alternative strategies based on rain out games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69437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29F56-BA59-FAF6-79C8-A248333FA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Pricing Model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0120E-7982-2BE3-3FA1-358B5018E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Three individual models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1 Game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2 Games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3 or more Games Expected Price Change Model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71337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A1C0DD-1F29-6BF9-21F2-BC147396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4F4B6D-B859-81E2-585F-115E16516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58E25A-46C3-E912-DFCF-F3A95F3F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31" y="1606373"/>
            <a:ext cx="5020722" cy="30751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DAAFF2-7EB9-DAD9-DE9F-137C76ED50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9"/>
          <a:stretch>
            <a:fillRect/>
          </a:stretch>
        </p:blipFill>
        <p:spPr>
          <a:xfrm>
            <a:off x="6951649" y="651752"/>
            <a:ext cx="3805561" cy="62033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BF7B19-1051-10FA-A909-0441C239D5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372" y="4899636"/>
            <a:ext cx="2695951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64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79B03-F755-0793-DE77-BEAB3378B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D9832-E790-FEA8-6024-89D616225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ADA508-1956-0619-0812-604D6A80A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32" y="1615755"/>
            <a:ext cx="4721551" cy="28447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BBA2F4-FEC3-3E5E-40AF-06BB3E73D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410" y="4687941"/>
            <a:ext cx="2457793" cy="7906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2F1FC21-77D3-F860-F9D5-C4F4D504C51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43" t="542" b="814"/>
          <a:stretch>
            <a:fillRect/>
          </a:stretch>
        </p:blipFill>
        <p:spPr>
          <a:xfrm>
            <a:off x="7025268" y="651752"/>
            <a:ext cx="3656884" cy="6206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47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07282D-DF96-7A4D-CA21-90533A8AF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482A9D-F23B-6B0C-5B36-B51009F97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</a:t>
            </a:r>
            <a:r>
              <a:rPr lang="en-US" sz="3200" dirty="0">
                <a:solidFill>
                  <a:schemeClr val="bg1"/>
                </a:solidFill>
              </a:rPr>
              <a:t>3</a:t>
            </a:r>
            <a:endParaRPr lang="en-US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98FE36-BF12-46D4-2CD2-33F841A9E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74" y="1582997"/>
            <a:ext cx="5538328" cy="33762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26E69E-5BDE-F210-2D61-FF8FD171B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026" y="5338242"/>
            <a:ext cx="2667372" cy="7906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2A7AB9-6630-4F9C-7639-DBB9443F9B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48" t="968" r="1259" b="712"/>
          <a:stretch>
            <a:fillRect/>
          </a:stretch>
        </p:blipFill>
        <p:spPr>
          <a:xfrm>
            <a:off x="7426713" y="643467"/>
            <a:ext cx="3616848" cy="614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452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38E95-46C2-8089-3AFF-EC46EF3AD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8804F-5E8C-1D4B-605A-E3F1492FD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Previous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F9F51-6BFC-E765-0305-5CD19BCBA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AU" dirty="0"/>
              <a:t>Features</a:t>
            </a:r>
          </a:p>
          <a:p>
            <a:pPr lvl="1"/>
            <a:r>
              <a:rPr lang="en-AU" dirty="0"/>
              <a:t>Player previous seasons fantasy points summary stats</a:t>
            </a:r>
          </a:p>
          <a:p>
            <a:pPr lvl="1"/>
            <a:r>
              <a:rPr lang="en-AU" dirty="0"/>
              <a:t>Match opponent</a:t>
            </a:r>
          </a:p>
          <a:p>
            <a:pPr lvl="1"/>
            <a:r>
              <a:rPr lang="en-AU" dirty="0"/>
              <a:t>Match venue</a:t>
            </a:r>
          </a:p>
          <a:p>
            <a:pPr lvl="1"/>
            <a:r>
              <a:rPr lang="en-AU" dirty="0"/>
              <a:t>Home venue</a:t>
            </a:r>
          </a:p>
          <a:p>
            <a:pPr lvl="1"/>
            <a:r>
              <a:rPr lang="en-AU" dirty="0"/>
              <a:t>Team Rank</a:t>
            </a:r>
          </a:p>
          <a:p>
            <a:pPr lvl="1"/>
            <a:r>
              <a:rPr lang="en-AU" dirty="0"/>
              <a:t>Home Ground Advantage Interaction Term</a:t>
            </a:r>
          </a:p>
          <a:p>
            <a:r>
              <a:rPr lang="en-AU" dirty="0"/>
              <a:t>During Tournament</a:t>
            </a:r>
          </a:p>
          <a:p>
            <a:pPr lvl="1"/>
            <a:r>
              <a:rPr lang="en-AU" dirty="0"/>
              <a:t>Current season player fantasy points summary stats</a:t>
            </a:r>
          </a:p>
          <a:p>
            <a:pPr lvl="1"/>
            <a:r>
              <a:rPr lang="en-AU" dirty="0"/>
              <a:t>Which overs bowled</a:t>
            </a:r>
          </a:p>
          <a:p>
            <a:pPr lvl="1"/>
            <a:r>
              <a:rPr lang="en-AU" dirty="0"/>
              <a:t>Batting position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67652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DBAF1-9EC8-0E7F-DDC2-4E1D27C49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89B02-1CB5-3025-7E40-16AC7F9CC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Batting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86134-C9F0-19C3-2C44-4B0A4DBC5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Additional Features:</a:t>
            </a:r>
          </a:p>
          <a:p>
            <a:pPr lvl="1"/>
            <a:r>
              <a:rPr lang="en-AU" dirty="0"/>
              <a:t>Whether the player will bat feeder model</a:t>
            </a:r>
          </a:p>
          <a:p>
            <a:pPr lvl="1"/>
            <a:r>
              <a:rPr lang="en-AU" dirty="0"/>
              <a:t>Player actual performance (average runs, average strike rate, average bowls faced etc)</a:t>
            </a:r>
          </a:p>
          <a:p>
            <a:pPr lvl="1"/>
            <a:r>
              <a:rPr lang="en-AU" dirty="0"/>
              <a:t>Previous season batting points</a:t>
            </a:r>
          </a:p>
          <a:p>
            <a:pPr lvl="1"/>
            <a:r>
              <a:rPr lang="en-AU" dirty="0"/>
              <a:t>Pre season form? </a:t>
            </a:r>
            <a:r>
              <a:rPr lang="en-AU" dirty="0" err="1"/>
              <a:t>Cricinfo</a:t>
            </a:r>
            <a:r>
              <a:rPr lang="en-AU" dirty="0"/>
              <a:t>/ other tournaments</a:t>
            </a:r>
          </a:p>
          <a:p>
            <a:pPr lvl="1"/>
            <a:r>
              <a:rPr lang="en-AU" dirty="0"/>
              <a:t>Other tournaments flag (e.g. total number of t20 leagues played)</a:t>
            </a:r>
          </a:p>
          <a:p>
            <a:pPr lvl="1"/>
            <a:r>
              <a:rPr lang="en-AU" dirty="0"/>
              <a:t>Number of games played compared max </a:t>
            </a:r>
            <a:r>
              <a:rPr lang="en-AU"/>
              <a:t>in team</a:t>
            </a:r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90225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94D5A-41B3-0418-A227-B6AC28DC7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02526-3D7C-1772-95EE-C96EFC1E8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Batting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D1478-2B91-A5BD-6C42-8F2FEAD44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Problem:</a:t>
            </a:r>
          </a:p>
          <a:p>
            <a:pPr lvl="1"/>
            <a:r>
              <a:rPr lang="en-AU" dirty="0"/>
              <a:t>Currently can not identify the batting position of the players who do not bat in the game (truncated data) and </a:t>
            </a:r>
            <a:r>
              <a:rPr lang="en-AU" b="1" dirty="0"/>
              <a:t>therefore the current batting position flags are skewed</a:t>
            </a:r>
          </a:p>
          <a:p>
            <a:r>
              <a:rPr lang="en-AU" dirty="0"/>
              <a:t>Solution: Two part model </a:t>
            </a:r>
          </a:p>
          <a:p>
            <a:pPr lvl="1"/>
            <a:r>
              <a:rPr lang="en-AU" dirty="0"/>
              <a:t>Expected Batting points = </a:t>
            </a:r>
            <a:r>
              <a:rPr lang="en-AU" dirty="0" err="1"/>
              <a:t>Pr</a:t>
            </a:r>
            <a:r>
              <a:rPr lang="en-AU" dirty="0"/>
              <a:t> of batting model x Number of batting points given player bats</a:t>
            </a:r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0891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247</Words>
  <Application>Microsoft Office PowerPoint</Application>
  <PresentationFormat>Widescreen</PresentationFormat>
  <Paragraphs>42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BBL Fantasy AI v2</vt:lpstr>
      <vt:lpstr>New Additions</vt:lpstr>
      <vt:lpstr>Pricing Model</vt:lpstr>
      <vt:lpstr>Pricing Model 1</vt:lpstr>
      <vt:lpstr>Pricing Model 2</vt:lpstr>
      <vt:lpstr>Pricing Model 3</vt:lpstr>
      <vt:lpstr>Previous Features</vt:lpstr>
      <vt:lpstr>Batting Model</vt:lpstr>
      <vt:lpstr>Batting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Dilan De Silva</dc:creator>
  <cp:lastModifiedBy>Dilan De Silva</cp:lastModifiedBy>
  <cp:revision>1</cp:revision>
  <dcterms:created xsi:type="dcterms:W3CDTF">2025-05-18T04:29:51Z</dcterms:created>
  <dcterms:modified xsi:type="dcterms:W3CDTF">2025-06-15T12:50:16Z</dcterms:modified>
</cp:coreProperties>
</file>